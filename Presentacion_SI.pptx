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1"/>
  </p:notesMasterIdLst>
  <p:handoutMasterIdLst>
    <p:handoutMasterId r:id="rId12"/>
  </p:handoutMasterIdLst>
  <p:sldIdLst>
    <p:sldId id="256" r:id="rId2"/>
    <p:sldId id="259" r:id="rId3"/>
    <p:sldId id="261" r:id="rId4"/>
    <p:sldId id="262" r:id="rId5"/>
    <p:sldId id="263" r:id="rId6"/>
    <p:sldId id="258" r:id="rId7"/>
    <p:sldId id="265" r:id="rId8"/>
    <p:sldId id="260" r:id="rId9"/>
    <p:sldId id="264" r:id="rId10"/>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48" autoAdjust="0"/>
  </p:normalViewPr>
  <p:slideViewPr>
    <p:cSldViewPr snapToGrid="0">
      <p:cViewPr varScale="1">
        <p:scale>
          <a:sx n="78" d="100"/>
          <a:sy n="78" d="100"/>
        </p:scale>
        <p:origin x="1032" y="62"/>
      </p:cViewPr>
      <p:guideLst/>
    </p:cSldViewPr>
  </p:slideViewPr>
  <p:notesTextViewPr>
    <p:cViewPr>
      <p:scale>
        <a:sx n="1" d="1"/>
        <a:sy n="1" d="1"/>
      </p:scale>
      <p:origin x="0" y="-43"/>
    </p:cViewPr>
  </p:notesTextViewPr>
  <p:sorterViewPr>
    <p:cViewPr>
      <p:scale>
        <a:sx n="100" d="100"/>
        <a:sy n="100" d="100"/>
      </p:scale>
      <p:origin x="0" y="0"/>
    </p:cViewPr>
  </p:sorter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s-ES" noProof="0" dirty="0"/>
            <a:t>Moderación automática</a:t>
          </a:r>
        </a:p>
      </dgm:t>
    </dgm:pt>
    <dgm:pt modelId="{720680DC-AAA4-4434-A582-60EBCC5BA355}" type="parTrans" cxnId="{0B5DAE5F-BCDC-4BF7-A6E7-CF856886A64D}">
      <dgm:prSet/>
      <dgm:spPr/>
      <dgm:t>
        <a:bodyPr rtlCol="0"/>
        <a:lstStyle/>
        <a:p>
          <a:pPr rtl="0"/>
          <a:endParaRPr lang="es-ES" noProof="0" dirty="0"/>
        </a:p>
      </dgm:t>
    </dgm:pt>
    <dgm:pt modelId="{CA077D98-8478-47EA-B6A9-99ACE60C64D4}" type="sibTrans" cxnId="{0B5DAE5F-BCDC-4BF7-A6E7-CF856886A64D}">
      <dgm:prSet/>
      <dgm:spPr/>
      <dgm:t>
        <a:bodyPr rtlCol="0"/>
        <a:lstStyle/>
        <a:p>
          <a:pPr rtl="0"/>
          <a:endParaRPr lang="es-ES" noProof="0" dirty="0"/>
        </a:p>
      </dgm:t>
    </dgm:pt>
    <dgm:pt modelId="{0BEF68B8-1228-47BB-83B5-7B9CD1E3F84E}">
      <dgm:prSet phldrT="[Text]"/>
      <dgm:spPr/>
      <dgm:t>
        <a:bodyPr rtlCol="0"/>
        <a:lstStyle/>
        <a:p>
          <a:pPr rtl="0">
            <a:lnSpc>
              <a:spcPct val="100000"/>
            </a:lnSpc>
          </a:pPr>
          <a:r>
            <a:rPr lang="es-ES" noProof="0" dirty="0"/>
            <a:t>Integración con IA </a:t>
          </a:r>
        </a:p>
      </dgm:t>
    </dgm:pt>
    <dgm:pt modelId="{ED3A4BC2-B75A-4952-A38B-A42B5995DF05}" type="parTrans" cxnId="{EDEF4F82-1237-4639-A0F7-385C1897CE66}">
      <dgm:prSet/>
      <dgm:spPr/>
      <dgm:t>
        <a:bodyPr rtlCol="0"/>
        <a:lstStyle/>
        <a:p>
          <a:pPr rtl="0"/>
          <a:endParaRPr lang="es-ES" noProof="0" dirty="0"/>
        </a:p>
      </dgm:t>
    </dgm:pt>
    <dgm:pt modelId="{FD949706-EDCC-4ADC-8EDF-8EDA49C92325}" type="sibTrans" cxnId="{EDEF4F82-1237-4639-A0F7-385C1897CE66}">
      <dgm:prSet/>
      <dgm:spPr/>
      <dgm:t>
        <a:bodyPr rtlCol="0"/>
        <a:lstStyle/>
        <a:p>
          <a:pPr rtl="0"/>
          <a:endParaRPr lang="es-ES" noProof="0" dirty="0"/>
        </a:p>
      </dgm:t>
    </dgm:pt>
    <dgm:pt modelId="{5605D28D-2CE6-4513-8566-952984E21E14}">
      <dgm:prSet phldrT="[Text]"/>
      <dgm:spPr/>
      <dgm:t>
        <a:bodyPr rtlCol="0"/>
        <a:lstStyle/>
        <a:p>
          <a:pPr rtl="0">
            <a:lnSpc>
              <a:spcPct val="100000"/>
            </a:lnSpc>
          </a:pPr>
          <a:r>
            <a:rPr lang="es-ES" noProof="0" dirty="0"/>
            <a:t>Desarrollo de agentes JADE</a:t>
          </a:r>
        </a:p>
      </dgm:t>
    </dgm:pt>
    <dgm:pt modelId="{EB15AB98-362B-4E70-A3DA-995FC3E8BA79}" type="parTrans" cxnId="{FAF3F884-F0CF-440F-8CB1-B7648AB1B138}">
      <dgm:prSet/>
      <dgm:spPr/>
      <dgm:t>
        <a:bodyPr rtlCol="0"/>
        <a:lstStyle/>
        <a:p>
          <a:pPr rtl="0"/>
          <a:endParaRPr lang="es-ES" noProof="0" dirty="0"/>
        </a:p>
      </dgm:t>
    </dgm:pt>
    <dgm:pt modelId="{823D1971-2C4D-4EC5-A874-2F463DE37109}" type="sibTrans" cxnId="{FAF3F884-F0CF-440F-8CB1-B7648AB1B138}">
      <dgm:prSet/>
      <dgm:spPr/>
      <dgm:t>
        <a:bodyPr rtlCol="0"/>
        <a:lstStyle/>
        <a:p>
          <a:pPr rtl="0"/>
          <a:endParaRPr lang="es-ES"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E131CE4A-9776-44F4-BC03-867682E21374}" type="pres">
      <dgm:prSet presAssocID="{5605D28D-2CE6-4513-8566-952984E21E14}" presName="text_3" presStyleLbl="node1" presStyleIdx="2" presStyleCnt="3">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s-ES"/>
        </a:p>
      </dgm:t>
    </dgm:pt>
    <dgm:pt modelId="{F8511375-2FA5-4147-A89E-F1235DAED7C1}">
      <dgm:prSet/>
      <dgm:spPr/>
      <dgm:t>
        <a:bodyPr/>
        <a:lstStyle/>
        <a:p>
          <a:pPr>
            <a:lnSpc>
              <a:spcPct val="100000"/>
            </a:lnSpc>
          </a:pPr>
          <a:r>
            <a:rPr lang="es-ES" dirty="0"/>
            <a:t>Comando</a:t>
          </a:r>
        </a:p>
      </dgm:t>
    </dgm:pt>
    <dgm:pt modelId="{8A9180DD-0A5A-482D-8B5D-2619BF47D621}" type="parTrans" cxnId="{EE06FB70-5392-44B4-879A-B6A9E2EA37C4}">
      <dgm:prSet/>
      <dgm:spPr/>
      <dgm:t>
        <a:bodyPr/>
        <a:lstStyle/>
        <a:p>
          <a:endParaRPr lang="es-ES"/>
        </a:p>
      </dgm:t>
    </dgm:pt>
    <dgm:pt modelId="{97B80493-B650-4F50-B0B3-F6C6BC1E50F1}" type="sibTrans" cxnId="{EE06FB70-5392-44B4-879A-B6A9E2EA37C4}">
      <dgm:prSet/>
      <dgm:spPr/>
      <dgm:t>
        <a:bodyPr/>
        <a:lstStyle/>
        <a:p>
          <a:endParaRPr lang="es-ES"/>
        </a:p>
      </dgm:t>
    </dgm:pt>
    <dgm:pt modelId="{7F449A70-5924-48E8-B51C-B9A06AB62FCF}">
      <dgm:prSet/>
      <dgm:spPr/>
      <dgm:t>
        <a:bodyPr/>
        <a:lstStyle/>
        <a:p>
          <a:pPr>
            <a:lnSpc>
              <a:spcPct val="100000"/>
            </a:lnSpc>
          </a:pPr>
          <a:r>
            <a:rPr lang="es-ES" dirty="0"/>
            <a:t>Binder</a:t>
          </a:r>
        </a:p>
      </dgm:t>
    </dgm:pt>
    <dgm:pt modelId="{73ABE9FC-CF27-4ABA-9F56-34FA75375121}" type="parTrans" cxnId="{47327310-BD0F-4225-B760-FB6BD5AA0286}">
      <dgm:prSet/>
      <dgm:spPr/>
      <dgm:t>
        <a:bodyPr/>
        <a:lstStyle/>
        <a:p>
          <a:endParaRPr lang="es-ES"/>
        </a:p>
      </dgm:t>
    </dgm:pt>
    <dgm:pt modelId="{06EA769B-D800-48C4-923B-6AF7D60C9166}" type="sibTrans" cxnId="{47327310-BD0F-4225-B760-FB6BD5AA0286}">
      <dgm:prSet/>
      <dgm:spPr/>
      <dgm:t>
        <a:bodyPr/>
        <a:lstStyle/>
        <a:p>
          <a:endParaRPr lang="es-ES"/>
        </a:p>
      </dgm:t>
    </dgm:pt>
    <dgm:pt modelId="{F3BF3254-3870-43AC-ACEF-162ED3E0E744}">
      <dgm:prSet/>
      <dgm:spPr/>
      <dgm:t>
        <a:bodyPr/>
        <a:lstStyle/>
        <a:p>
          <a:pPr>
            <a:lnSpc>
              <a:spcPct val="100000"/>
            </a:lnSpc>
          </a:pPr>
          <a:r>
            <a:rPr lang="es-ES" dirty="0"/>
            <a:t>Perceptor</a:t>
          </a:r>
        </a:p>
      </dgm:t>
    </dgm:pt>
    <dgm:pt modelId="{D8AD7438-E5E2-4931-B965-1D2118996496}" type="parTrans" cxnId="{09482FED-329A-4813-AE66-4A3C9D9FA4E7}">
      <dgm:prSet/>
      <dgm:spPr/>
      <dgm:t>
        <a:bodyPr/>
        <a:lstStyle/>
        <a:p>
          <a:endParaRPr lang="es-ES"/>
        </a:p>
      </dgm:t>
    </dgm:pt>
    <dgm:pt modelId="{0E5E28A4-9B29-4841-A412-EADCAEE4DFFC}" type="sibTrans" cxnId="{09482FED-329A-4813-AE66-4A3C9D9FA4E7}">
      <dgm:prSet/>
      <dgm:spPr/>
      <dgm:t>
        <a:bodyPr/>
        <a:lstStyle/>
        <a:p>
          <a:endParaRPr lang="es-ES"/>
        </a:p>
      </dgm:t>
    </dgm:pt>
    <dgm:pt modelId="{4A927B92-F2C7-4497-B757-DF1F2188ADD6}">
      <dgm:prSet/>
      <dgm:spPr/>
      <dgm:t>
        <a:bodyPr/>
        <a:lstStyle/>
        <a:p>
          <a:pPr>
            <a:lnSpc>
              <a:spcPct val="100000"/>
            </a:lnSpc>
          </a:pPr>
          <a:r>
            <a:rPr lang="es-ES" dirty="0"/>
            <a:t>Inteligente</a:t>
          </a:r>
        </a:p>
      </dgm:t>
    </dgm:pt>
    <dgm:pt modelId="{F78D51DF-130A-45BF-A7AA-9F26D765EA83}" type="parTrans" cxnId="{92F5E5A3-C592-43C0-8191-E252E0CC4379}">
      <dgm:prSet/>
      <dgm:spPr/>
      <dgm:t>
        <a:bodyPr/>
        <a:lstStyle/>
        <a:p>
          <a:endParaRPr lang="es-ES"/>
        </a:p>
      </dgm:t>
    </dgm:pt>
    <dgm:pt modelId="{AEA1AA2D-D162-45C9-A85C-5A406C1D1463}" type="sibTrans" cxnId="{92F5E5A3-C592-43C0-8191-E252E0CC4379}">
      <dgm:prSet/>
      <dgm:spPr/>
      <dgm:t>
        <a:bodyPr/>
        <a:lstStyle/>
        <a:p>
          <a:endParaRPr lang="es-ES"/>
        </a:p>
      </dgm:t>
    </dgm:pt>
    <dgm:pt modelId="{35B276D1-E823-4D29-900B-3CF0C0871E5C}">
      <dgm:prSet/>
      <dgm:spPr/>
      <dgm:t>
        <a:bodyPr/>
        <a:lstStyle/>
        <a:p>
          <a:pPr>
            <a:lnSpc>
              <a:spcPct val="100000"/>
            </a:lnSpc>
          </a:pPr>
          <a:r>
            <a:rPr lang="es-ES" dirty="0"/>
            <a:t>Visualizador</a:t>
          </a:r>
        </a:p>
      </dgm:t>
    </dgm:pt>
    <dgm:pt modelId="{67F31DFE-0C0A-4207-8E23-F90C1DA07524}" type="parTrans" cxnId="{77EAA0D6-23CF-4CF0-9602-4B050607EADD}">
      <dgm:prSet/>
      <dgm:spPr/>
      <dgm:t>
        <a:bodyPr/>
        <a:lstStyle/>
        <a:p>
          <a:endParaRPr lang="es-ES"/>
        </a:p>
      </dgm:t>
    </dgm:pt>
    <dgm:pt modelId="{C104D70C-A0FE-4B5B-8E01-44B4CD92A5B2}" type="sibTrans" cxnId="{77EAA0D6-23CF-4CF0-9602-4B050607EADD}">
      <dgm:prSet/>
      <dgm:spPr/>
      <dgm:t>
        <a:bodyPr/>
        <a:lstStyle/>
        <a:p>
          <a:endParaRPr lang="es-ES"/>
        </a:p>
      </dgm:t>
    </dgm:pt>
    <dgm:pt modelId="{8994D886-A75F-411A-A9D7-D31991FF12BD}" type="pres">
      <dgm:prSet presAssocID="{7D9C16A6-8C48-4165-8DAF-8C957C12A8FA}" presName="root" presStyleCnt="0">
        <dgm:presLayoutVars>
          <dgm:dir/>
          <dgm:resizeHandles val="exact"/>
        </dgm:presLayoutVars>
      </dgm:prSet>
      <dgm:spPr/>
    </dgm:pt>
    <dgm:pt modelId="{CD79B526-FAF2-4720-8962-0890BE77B605}" type="pres">
      <dgm:prSet presAssocID="{F3BF3254-3870-43AC-ACEF-162ED3E0E744}" presName="compNode" presStyleCnt="0"/>
      <dgm:spPr/>
    </dgm:pt>
    <dgm:pt modelId="{4DB6396A-10DF-496A-8187-D8F89F64FB05}" type="pres">
      <dgm:prSet presAssocID="{F3BF3254-3870-43AC-ACEF-162ED3E0E744}"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Teclado con relleno sólido"/>
        </a:ext>
      </dgm:extLst>
    </dgm:pt>
    <dgm:pt modelId="{9877D0EE-B5C1-4E8B-B73F-116EAA39E4BD}" type="pres">
      <dgm:prSet presAssocID="{F3BF3254-3870-43AC-ACEF-162ED3E0E744}" presName="spaceRect" presStyleCnt="0"/>
      <dgm:spPr/>
    </dgm:pt>
    <dgm:pt modelId="{21F3D239-2541-4570-B799-9D16903E14A1}" type="pres">
      <dgm:prSet presAssocID="{F3BF3254-3870-43AC-ACEF-162ED3E0E744}" presName="textRect" presStyleLbl="revTx" presStyleIdx="0" presStyleCnt="5">
        <dgm:presLayoutVars>
          <dgm:chMax val="1"/>
          <dgm:chPref val="1"/>
        </dgm:presLayoutVars>
      </dgm:prSet>
      <dgm:spPr/>
    </dgm:pt>
    <dgm:pt modelId="{07975BFE-CDB7-49B6-BC0C-A7273B8B8344}" type="pres">
      <dgm:prSet presAssocID="{0E5E28A4-9B29-4841-A412-EADCAEE4DFFC}" presName="sibTrans" presStyleCnt="0"/>
      <dgm:spPr/>
    </dgm:pt>
    <dgm:pt modelId="{5A4BC3D4-FD31-4A18-8AF3-588D0EC9E021}" type="pres">
      <dgm:prSet presAssocID="{4A927B92-F2C7-4497-B757-DF1F2188ADD6}" presName="compNode" presStyleCnt="0"/>
      <dgm:spPr/>
    </dgm:pt>
    <dgm:pt modelId="{B7793C4B-0187-4DC8-857B-6A32C3B0B460}" type="pres">
      <dgm:prSet presAssocID="{4A927B92-F2C7-4497-B757-DF1F2188ADD6}"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Inteligencia artificial con relleno sólido"/>
        </a:ext>
      </dgm:extLst>
    </dgm:pt>
    <dgm:pt modelId="{E2C123A7-0922-437E-9089-D61E160E0A79}" type="pres">
      <dgm:prSet presAssocID="{4A927B92-F2C7-4497-B757-DF1F2188ADD6}" presName="spaceRect" presStyleCnt="0"/>
      <dgm:spPr/>
    </dgm:pt>
    <dgm:pt modelId="{8BD68C88-4092-4152-BB44-03B9BE185FFF}" type="pres">
      <dgm:prSet presAssocID="{4A927B92-F2C7-4497-B757-DF1F2188ADD6}" presName="textRect" presStyleLbl="revTx" presStyleIdx="1" presStyleCnt="5">
        <dgm:presLayoutVars>
          <dgm:chMax val="1"/>
          <dgm:chPref val="1"/>
        </dgm:presLayoutVars>
      </dgm:prSet>
      <dgm:spPr/>
    </dgm:pt>
    <dgm:pt modelId="{940D96D3-9480-4810-89A1-1D5C9BF52C9F}" type="pres">
      <dgm:prSet presAssocID="{AEA1AA2D-D162-45C9-A85C-5A406C1D1463}" presName="sibTrans" presStyleCnt="0"/>
      <dgm:spPr/>
    </dgm:pt>
    <dgm:pt modelId="{7EFD45AA-0AF9-44C3-9D28-95B7F40EE7A2}" type="pres">
      <dgm:prSet presAssocID="{35B276D1-E823-4D29-900B-3CF0C0871E5C}" presName="compNode" presStyleCnt="0"/>
      <dgm:spPr/>
    </dgm:pt>
    <dgm:pt modelId="{6AB6744B-E0E7-4B46-B14B-595B512E3111}" type="pres">
      <dgm:prSet presAssocID="{35B276D1-E823-4D29-900B-3CF0C0871E5C}"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Vlog con relleno sólido"/>
        </a:ext>
      </dgm:extLst>
    </dgm:pt>
    <dgm:pt modelId="{CB6FA7EC-5D34-4554-B768-E1DFEE759F15}" type="pres">
      <dgm:prSet presAssocID="{35B276D1-E823-4D29-900B-3CF0C0871E5C}" presName="spaceRect" presStyleCnt="0"/>
      <dgm:spPr/>
    </dgm:pt>
    <dgm:pt modelId="{1462BF65-92B7-4C20-837D-9969C679691F}" type="pres">
      <dgm:prSet presAssocID="{35B276D1-E823-4D29-900B-3CF0C0871E5C}" presName="textRect" presStyleLbl="revTx" presStyleIdx="2" presStyleCnt="5">
        <dgm:presLayoutVars>
          <dgm:chMax val="1"/>
          <dgm:chPref val="1"/>
        </dgm:presLayoutVars>
      </dgm:prSet>
      <dgm:spPr/>
    </dgm:pt>
    <dgm:pt modelId="{987BC800-6E17-4546-999B-193E0A30C265}" type="pres">
      <dgm:prSet presAssocID="{C104D70C-A0FE-4B5B-8E01-44B4CD92A5B2}" presName="sibTrans" presStyleCnt="0"/>
      <dgm:spPr/>
    </dgm:pt>
    <dgm:pt modelId="{BB7224F5-0E64-49A7-A655-C469A9AC3F7A}" type="pres">
      <dgm:prSet presAssocID="{F8511375-2FA5-4147-A89E-F1235DAED7C1}" presName="compNode" presStyleCnt="0"/>
      <dgm:spPr/>
    </dgm:pt>
    <dgm:pt modelId="{42C2EFB0-27DD-40BE-BB47-DAB4A08086E4}" type="pres">
      <dgm:prSet presAssocID="{F8511375-2FA5-4147-A89E-F1235DAED7C1}"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Signo de exclamación con relleno sólido"/>
        </a:ext>
      </dgm:extLst>
    </dgm:pt>
    <dgm:pt modelId="{D39CE25C-90DA-46DD-99C4-FF991BF339DD}" type="pres">
      <dgm:prSet presAssocID="{F8511375-2FA5-4147-A89E-F1235DAED7C1}" presName="spaceRect" presStyleCnt="0"/>
      <dgm:spPr/>
    </dgm:pt>
    <dgm:pt modelId="{79340459-B6B9-46D4-9373-9A2D9093A8EA}" type="pres">
      <dgm:prSet presAssocID="{F8511375-2FA5-4147-A89E-F1235DAED7C1}" presName="textRect" presStyleLbl="revTx" presStyleIdx="3" presStyleCnt="5">
        <dgm:presLayoutVars>
          <dgm:chMax val="1"/>
          <dgm:chPref val="1"/>
        </dgm:presLayoutVars>
      </dgm:prSet>
      <dgm:spPr/>
    </dgm:pt>
    <dgm:pt modelId="{56DF2012-C49F-46C2-A586-7FF5DBA0B4ED}" type="pres">
      <dgm:prSet presAssocID="{97B80493-B650-4F50-B0B3-F6C6BC1E50F1}" presName="sibTrans" presStyleCnt="0"/>
      <dgm:spPr/>
    </dgm:pt>
    <dgm:pt modelId="{5855600F-09F1-489C-A7DC-D579EF3EBF1C}" type="pres">
      <dgm:prSet presAssocID="{7F449A70-5924-48E8-B51C-B9A06AB62FCF}" presName="compNode" presStyleCnt="0"/>
      <dgm:spPr/>
    </dgm:pt>
    <dgm:pt modelId="{9EAA32EA-F67A-4259-8446-6A4813C31C5B}" type="pres">
      <dgm:prSet presAssocID="{7F449A70-5924-48E8-B51C-B9A06AB62FCF}"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Tabla de decisiones con relleno sólido"/>
        </a:ext>
      </dgm:extLst>
    </dgm:pt>
    <dgm:pt modelId="{C37E953A-AEC5-402D-BDC5-6D12EF4BDB41}" type="pres">
      <dgm:prSet presAssocID="{7F449A70-5924-48E8-B51C-B9A06AB62FCF}" presName="spaceRect" presStyleCnt="0"/>
      <dgm:spPr/>
    </dgm:pt>
    <dgm:pt modelId="{8CD5C303-02C7-4F44-8798-0087E1F58561}" type="pres">
      <dgm:prSet presAssocID="{7F449A70-5924-48E8-B51C-B9A06AB62FCF}" presName="textRect" presStyleLbl="revTx" presStyleIdx="4" presStyleCnt="5">
        <dgm:presLayoutVars>
          <dgm:chMax val="1"/>
          <dgm:chPref val="1"/>
        </dgm:presLayoutVars>
      </dgm:prSet>
      <dgm:spPr/>
    </dgm:pt>
  </dgm:ptLst>
  <dgm:cxnLst>
    <dgm:cxn modelId="{47327310-BD0F-4225-B760-FB6BD5AA0286}" srcId="{7D9C16A6-8C48-4165-8DAF-8C957C12A8FA}" destId="{7F449A70-5924-48E8-B51C-B9A06AB62FCF}" srcOrd="4" destOrd="0" parTransId="{73ABE9FC-CF27-4ABA-9F56-34FA75375121}" sibTransId="{06EA769B-D800-48C4-923B-6AF7D60C9166}"/>
    <dgm:cxn modelId="{C72A2533-1A4A-4290-8417-0669EABC122E}" type="presOf" srcId="{F8511375-2FA5-4147-A89E-F1235DAED7C1}" destId="{79340459-B6B9-46D4-9373-9A2D9093A8EA}" srcOrd="0" destOrd="0" presId="urn:microsoft.com/office/officeart/2018/2/layout/IconLabelList"/>
    <dgm:cxn modelId="{5574CC64-4BF2-43BE-BABC-6DF1E58A4C74}" type="presOf" srcId="{7D9C16A6-8C48-4165-8DAF-8C957C12A8FA}" destId="{8994D886-A75F-411A-A9D7-D31991FF12BD}" srcOrd="0" destOrd="0" presId="urn:microsoft.com/office/officeart/2018/2/layout/IconLabelList"/>
    <dgm:cxn modelId="{EE06FB70-5392-44B4-879A-B6A9E2EA37C4}" srcId="{7D9C16A6-8C48-4165-8DAF-8C957C12A8FA}" destId="{F8511375-2FA5-4147-A89E-F1235DAED7C1}" srcOrd="3" destOrd="0" parTransId="{8A9180DD-0A5A-482D-8B5D-2619BF47D621}" sibTransId="{97B80493-B650-4F50-B0B3-F6C6BC1E50F1}"/>
    <dgm:cxn modelId="{0F06A672-A64F-47BA-985D-1855C3DABDA3}" type="presOf" srcId="{F3BF3254-3870-43AC-ACEF-162ED3E0E744}" destId="{21F3D239-2541-4570-B799-9D16903E14A1}" srcOrd="0" destOrd="0" presId="urn:microsoft.com/office/officeart/2018/2/layout/IconLabelList"/>
    <dgm:cxn modelId="{11972F95-B384-415E-A7DF-7960253F1A1E}" type="presOf" srcId="{35B276D1-E823-4D29-900B-3CF0C0871E5C}" destId="{1462BF65-92B7-4C20-837D-9969C679691F}" srcOrd="0" destOrd="0" presId="urn:microsoft.com/office/officeart/2018/2/layout/IconLabelList"/>
    <dgm:cxn modelId="{92F5E5A3-C592-43C0-8191-E252E0CC4379}" srcId="{7D9C16A6-8C48-4165-8DAF-8C957C12A8FA}" destId="{4A927B92-F2C7-4497-B757-DF1F2188ADD6}" srcOrd="1" destOrd="0" parTransId="{F78D51DF-130A-45BF-A7AA-9F26D765EA83}" sibTransId="{AEA1AA2D-D162-45C9-A85C-5A406C1D1463}"/>
    <dgm:cxn modelId="{1FAC08A9-2129-4D02-A96D-44CCE99375AA}" type="presOf" srcId="{7F449A70-5924-48E8-B51C-B9A06AB62FCF}" destId="{8CD5C303-02C7-4F44-8798-0087E1F58561}" srcOrd="0" destOrd="0" presId="urn:microsoft.com/office/officeart/2018/2/layout/IconLabelList"/>
    <dgm:cxn modelId="{77EAA0D6-23CF-4CF0-9602-4B050607EADD}" srcId="{7D9C16A6-8C48-4165-8DAF-8C957C12A8FA}" destId="{35B276D1-E823-4D29-900B-3CF0C0871E5C}" srcOrd="2" destOrd="0" parTransId="{67F31DFE-0C0A-4207-8E23-F90C1DA07524}" sibTransId="{C104D70C-A0FE-4B5B-8E01-44B4CD92A5B2}"/>
    <dgm:cxn modelId="{CF3255D8-2492-4FE4-9BBB-D163BA4FF861}" type="presOf" srcId="{4A927B92-F2C7-4497-B757-DF1F2188ADD6}" destId="{8BD68C88-4092-4152-BB44-03B9BE185FFF}" srcOrd="0" destOrd="0" presId="urn:microsoft.com/office/officeart/2018/2/layout/IconLabelList"/>
    <dgm:cxn modelId="{09482FED-329A-4813-AE66-4A3C9D9FA4E7}" srcId="{7D9C16A6-8C48-4165-8DAF-8C957C12A8FA}" destId="{F3BF3254-3870-43AC-ACEF-162ED3E0E744}" srcOrd="0" destOrd="0" parTransId="{D8AD7438-E5E2-4931-B965-1D2118996496}" sibTransId="{0E5E28A4-9B29-4841-A412-EADCAEE4DFFC}"/>
    <dgm:cxn modelId="{8A0070F7-8C5D-4C98-AFD5-61BF01F1C746}" type="presParOf" srcId="{8994D886-A75F-411A-A9D7-D31991FF12BD}" destId="{CD79B526-FAF2-4720-8962-0890BE77B605}" srcOrd="0" destOrd="0" presId="urn:microsoft.com/office/officeart/2018/2/layout/IconLabelList"/>
    <dgm:cxn modelId="{8A42ED93-6652-4DCD-BC2F-314B89AE2E5E}" type="presParOf" srcId="{CD79B526-FAF2-4720-8962-0890BE77B605}" destId="{4DB6396A-10DF-496A-8187-D8F89F64FB05}" srcOrd="0" destOrd="0" presId="urn:microsoft.com/office/officeart/2018/2/layout/IconLabelList"/>
    <dgm:cxn modelId="{85B6ED93-4DDE-48DA-AF24-691876D46431}" type="presParOf" srcId="{CD79B526-FAF2-4720-8962-0890BE77B605}" destId="{9877D0EE-B5C1-4E8B-B73F-116EAA39E4BD}" srcOrd="1" destOrd="0" presId="urn:microsoft.com/office/officeart/2018/2/layout/IconLabelList"/>
    <dgm:cxn modelId="{AFED51AB-3943-4485-893C-77D8FA2E3F18}" type="presParOf" srcId="{CD79B526-FAF2-4720-8962-0890BE77B605}" destId="{21F3D239-2541-4570-B799-9D16903E14A1}" srcOrd="2" destOrd="0" presId="urn:microsoft.com/office/officeart/2018/2/layout/IconLabelList"/>
    <dgm:cxn modelId="{E2FEBB5A-30C5-4BBA-B227-579B4B86C6FE}" type="presParOf" srcId="{8994D886-A75F-411A-A9D7-D31991FF12BD}" destId="{07975BFE-CDB7-49B6-BC0C-A7273B8B8344}" srcOrd="1" destOrd="0" presId="urn:microsoft.com/office/officeart/2018/2/layout/IconLabelList"/>
    <dgm:cxn modelId="{281BEB7A-197A-490D-8804-0D70CA4CDFCA}" type="presParOf" srcId="{8994D886-A75F-411A-A9D7-D31991FF12BD}" destId="{5A4BC3D4-FD31-4A18-8AF3-588D0EC9E021}" srcOrd="2" destOrd="0" presId="urn:microsoft.com/office/officeart/2018/2/layout/IconLabelList"/>
    <dgm:cxn modelId="{D65C815D-504C-484E-88E9-F130D29672AF}" type="presParOf" srcId="{5A4BC3D4-FD31-4A18-8AF3-588D0EC9E021}" destId="{B7793C4B-0187-4DC8-857B-6A32C3B0B460}" srcOrd="0" destOrd="0" presId="urn:microsoft.com/office/officeart/2018/2/layout/IconLabelList"/>
    <dgm:cxn modelId="{C42BBFC6-E1D1-4D07-AC4D-142E5FD706D4}" type="presParOf" srcId="{5A4BC3D4-FD31-4A18-8AF3-588D0EC9E021}" destId="{E2C123A7-0922-437E-9089-D61E160E0A79}" srcOrd="1" destOrd="0" presId="urn:microsoft.com/office/officeart/2018/2/layout/IconLabelList"/>
    <dgm:cxn modelId="{EDEE0AE0-AA4D-4E75-B1BF-3273971EB465}" type="presParOf" srcId="{5A4BC3D4-FD31-4A18-8AF3-588D0EC9E021}" destId="{8BD68C88-4092-4152-BB44-03B9BE185FFF}" srcOrd="2" destOrd="0" presId="urn:microsoft.com/office/officeart/2018/2/layout/IconLabelList"/>
    <dgm:cxn modelId="{9D239728-BB99-4983-B1FA-CE6E14F677BD}" type="presParOf" srcId="{8994D886-A75F-411A-A9D7-D31991FF12BD}" destId="{940D96D3-9480-4810-89A1-1D5C9BF52C9F}" srcOrd="3" destOrd="0" presId="urn:microsoft.com/office/officeart/2018/2/layout/IconLabelList"/>
    <dgm:cxn modelId="{C0D36BA7-FC7F-42D6-BE81-0A37007975F6}" type="presParOf" srcId="{8994D886-A75F-411A-A9D7-D31991FF12BD}" destId="{7EFD45AA-0AF9-44C3-9D28-95B7F40EE7A2}" srcOrd="4" destOrd="0" presId="urn:microsoft.com/office/officeart/2018/2/layout/IconLabelList"/>
    <dgm:cxn modelId="{64B91624-E387-4748-B7CF-41E3E2D92465}" type="presParOf" srcId="{7EFD45AA-0AF9-44C3-9D28-95B7F40EE7A2}" destId="{6AB6744B-E0E7-4B46-B14B-595B512E3111}" srcOrd="0" destOrd="0" presId="urn:microsoft.com/office/officeart/2018/2/layout/IconLabelList"/>
    <dgm:cxn modelId="{7701122C-8A2B-43C1-9FD7-3E4BA4A872A7}" type="presParOf" srcId="{7EFD45AA-0AF9-44C3-9D28-95B7F40EE7A2}" destId="{CB6FA7EC-5D34-4554-B768-E1DFEE759F15}" srcOrd="1" destOrd="0" presId="urn:microsoft.com/office/officeart/2018/2/layout/IconLabelList"/>
    <dgm:cxn modelId="{50F56334-C91D-49D4-B984-05744DEF5C9D}" type="presParOf" srcId="{7EFD45AA-0AF9-44C3-9D28-95B7F40EE7A2}" destId="{1462BF65-92B7-4C20-837D-9969C679691F}" srcOrd="2" destOrd="0" presId="urn:microsoft.com/office/officeart/2018/2/layout/IconLabelList"/>
    <dgm:cxn modelId="{FD652F50-867A-42DD-9535-794A9F128A3B}" type="presParOf" srcId="{8994D886-A75F-411A-A9D7-D31991FF12BD}" destId="{987BC800-6E17-4546-999B-193E0A30C265}" srcOrd="5" destOrd="0" presId="urn:microsoft.com/office/officeart/2018/2/layout/IconLabelList"/>
    <dgm:cxn modelId="{9EE37908-8290-4233-9414-E7818351380C}" type="presParOf" srcId="{8994D886-A75F-411A-A9D7-D31991FF12BD}" destId="{BB7224F5-0E64-49A7-A655-C469A9AC3F7A}" srcOrd="6" destOrd="0" presId="urn:microsoft.com/office/officeart/2018/2/layout/IconLabelList"/>
    <dgm:cxn modelId="{D830F5EB-02D1-4D52-AA80-B8DEB87B2DD6}" type="presParOf" srcId="{BB7224F5-0E64-49A7-A655-C469A9AC3F7A}" destId="{42C2EFB0-27DD-40BE-BB47-DAB4A08086E4}" srcOrd="0" destOrd="0" presId="urn:microsoft.com/office/officeart/2018/2/layout/IconLabelList"/>
    <dgm:cxn modelId="{76E5D8CA-E235-41C1-B15D-1455445F644B}" type="presParOf" srcId="{BB7224F5-0E64-49A7-A655-C469A9AC3F7A}" destId="{D39CE25C-90DA-46DD-99C4-FF991BF339DD}" srcOrd="1" destOrd="0" presId="urn:microsoft.com/office/officeart/2018/2/layout/IconLabelList"/>
    <dgm:cxn modelId="{5D887F96-52E2-4535-99B1-11026B99C07B}" type="presParOf" srcId="{BB7224F5-0E64-49A7-A655-C469A9AC3F7A}" destId="{79340459-B6B9-46D4-9373-9A2D9093A8EA}" srcOrd="2" destOrd="0" presId="urn:microsoft.com/office/officeart/2018/2/layout/IconLabelList"/>
    <dgm:cxn modelId="{4EAAAC9C-8095-46E0-B54A-93E9ADE0D026}" type="presParOf" srcId="{8994D886-A75F-411A-A9D7-D31991FF12BD}" destId="{56DF2012-C49F-46C2-A586-7FF5DBA0B4ED}" srcOrd="7" destOrd="0" presId="urn:microsoft.com/office/officeart/2018/2/layout/IconLabelList"/>
    <dgm:cxn modelId="{17CC9E52-7678-4295-9252-5560FE3DEB9F}" type="presParOf" srcId="{8994D886-A75F-411A-A9D7-D31991FF12BD}" destId="{5855600F-09F1-489C-A7DC-D579EF3EBF1C}" srcOrd="8" destOrd="0" presId="urn:microsoft.com/office/officeart/2018/2/layout/IconLabelList"/>
    <dgm:cxn modelId="{1D5B7119-9C44-4F94-BC60-C097CC6D1EF9}" type="presParOf" srcId="{5855600F-09F1-489C-A7DC-D579EF3EBF1C}" destId="{9EAA32EA-F67A-4259-8446-6A4813C31C5B}" srcOrd="0" destOrd="0" presId="urn:microsoft.com/office/officeart/2018/2/layout/IconLabelList"/>
    <dgm:cxn modelId="{65E0D931-E9C4-4B43-A2D6-14475BC445C6}" type="presParOf" srcId="{5855600F-09F1-489C-A7DC-D579EF3EBF1C}" destId="{C37E953A-AEC5-402D-BDC5-6D12EF4BDB41}" srcOrd="1" destOrd="0" presId="urn:microsoft.com/office/officeart/2018/2/layout/IconLabelList"/>
    <dgm:cxn modelId="{2F9559E7-E596-4992-A6DD-AE213168DB6E}" type="presParOf" srcId="{5855600F-09F1-489C-A7DC-D579EF3EBF1C}" destId="{8CD5C303-02C7-4F44-8798-0087E1F58561}"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1" loCatId="icon" qsTypeId="urn:microsoft.com/office/officeart/2005/8/quickstyle/simple1" qsCatId="simple" csTypeId="urn:microsoft.com/office/officeart/2005/8/colors/accent2_2" csCatId="accent2" phldr="1"/>
      <dgm:spPr/>
      <dgm:t>
        <a:bodyPr/>
        <a:lstStyle/>
        <a:p>
          <a:endParaRPr lang="es-ES"/>
        </a:p>
      </dgm:t>
    </dgm:pt>
    <dgm:pt modelId="{701D68F5-42F8-47BC-8FED-84C50F595DF0}">
      <dgm:prSet phldrT="[Text]"/>
      <dgm:spPr/>
      <dgm:t>
        <a:bodyPr rtlCol="0"/>
        <a:lstStyle/>
        <a:p>
          <a:pPr>
            <a:lnSpc>
              <a:spcPct val="100000"/>
            </a:lnSpc>
          </a:pPr>
          <a:r>
            <a:rPr lang="es-ES" noProof="0" dirty="0"/>
            <a:t>Fichero</a:t>
          </a:r>
        </a:p>
      </dgm:t>
    </dgm:pt>
    <dgm:pt modelId="{9617668C-C38C-4017-8DDF-37855B15D110}" type="parTrans" cxnId="{C4BA385D-31ED-40EF-A5D6-98DFBA64E71A}">
      <dgm:prSet/>
      <dgm:spPr/>
      <dgm:t>
        <a:bodyPr rtlCol="0"/>
        <a:lstStyle/>
        <a:p>
          <a:pPr rtl="0"/>
          <a:endParaRPr lang="es-ES" noProof="0" dirty="0"/>
        </a:p>
      </dgm:t>
    </dgm:pt>
    <dgm:pt modelId="{0C95B389-AC0C-4055-9AA3-38815EFC8B0A}" type="sibTrans" cxnId="{C4BA385D-31ED-40EF-A5D6-98DFBA64E71A}">
      <dgm:prSet/>
      <dgm:spPr/>
      <dgm:t>
        <a:bodyPr rtlCol="0"/>
        <a:lstStyle/>
        <a:p>
          <a:pPr rtl="0"/>
          <a:endParaRPr lang="es-ES" noProof="0" dirty="0"/>
        </a:p>
      </dgm:t>
    </dgm:pt>
    <dgm:pt modelId="{91A66877-AC1C-46D9-BF2C-6024B638DEA9}">
      <dgm:prSet phldrT="[Text]"/>
      <dgm:spPr/>
      <dgm:t>
        <a:bodyPr rtlCol="0"/>
        <a:lstStyle/>
        <a:p>
          <a:pPr>
            <a:lnSpc>
              <a:spcPct val="100000"/>
            </a:lnSpc>
          </a:pPr>
          <a:r>
            <a:rPr lang="es-ES" noProof="0" dirty="0"/>
            <a:t>Teclado</a:t>
          </a:r>
        </a:p>
      </dgm:t>
    </dgm:pt>
    <dgm:pt modelId="{913FED05-DF41-48A7-B1F8-81937A468EF9}" type="parTrans" cxnId="{7F0DAB6F-9257-4F2D-B31A-3418F73F6952}">
      <dgm:prSet/>
      <dgm:spPr/>
      <dgm:t>
        <a:bodyPr rtlCol="0"/>
        <a:lstStyle/>
        <a:p>
          <a:pPr rtl="0"/>
          <a:endParaRPr lang="es-ES" noProof="0" dirty="0"/>
        </a:p>
      </dgm:t>
    </dgm:pt>
    <dgm:pt modelId="{BFCE4A28-C381-46FF-935A-B11534EF7D87}" type="sibTrans" cxnId="{7F0DAB6F-9257-4F2D-B31A-3418F73F6952}">
      <dgm:prSet/>
      <dgm:spPr/>
      <dgm:t>
        <a:bodyPr rtlCol="0"/>
        <a:lstStyle/>
        <a:p>
          <a:pPr rtl="0"/>
          <a:endParaRPr lang="es-ES" noProof="0" dirty="0"/>
        </a:p>
      </dgm:t>
    </dgm:pt>
    <dgm:pt modelId="{76CC3289-2662-43F0-A3C6-BA04A135F08C}">
      <dgm:prSet phldrT="[Text]"/>
      <dgm:spPr/>
      <dgm:t>
        <a:bodyPr rtlCol="0"/>
        <a:lstStyle/>
        <a:p>
          <a:pPr>
            <a:lnSpc>
              <a:spcPct val="100000"/>
            </a:lnSpc>
          </a:pPr>
          <a:r>
            <a:rPr lang="es-ES" noProof="0" dirty="0"/>
            <a:t>Bot</a:t>
          </a:r>
        </a:p>
      </dgm:t>
    </dgm:pt>
    <dgm:pt modelId="{D46DB4DA-1442-4ECE-89FE-BBB1E3489E3D}" type="parTrans" cxnId="{0400886E-8A1A-44C2-95A7-DB0EF4911494}">
      <dgm:prSet/>
      <dgm:spPr/>
      <dgm:t>
        <a:bodyPr rtlCol="0"/>
        <a:lstStyle/>
        <a:p>
          <a:pPr rtl="0"/>
          <a:endParaRPr lang="es-ES" noProof="0" dirty="0"/>
        </a:p>
      </dgm:t>
    </dgm:pt>
    <dgm:pt modelId="{FA28C9D6-476E-43CD-BA23-D6D990FD78D0}" type="sibTrans" cxnId="{0400886E-8A1A-44C2-95A7-DB0EF4911494}">
      <dgm:prSet/>
      <dgm:spPr/>
      <dgm:t>
        <a:bodyPr rtlCol="0"/>
        <a:lstStyle/>
        <a:p>
          <a:pPr rtl="0"/>
          <a:endParaRPr lang="es-ES" noProof="0" dirty="0"/>
        </a:p>
      </dgm:t>
    </dgm:pt>
    <dgm:pt modelId="{D63C1E6D-8810-4F84-8CD0-89B4EAAC3662}" type="pres">
      <dgm:prSet presAssocID="{7D9C16A6-8C48-4165-8DAF-8C957C12A8FA}" presName="root" presStyleCnt="0">
        <dgm:presLayoutVars>
          <dgm:dir/>
          <dgm:resizeHandles val="exact"/>
        </dgm:presLayoutVars>
      </dgm:prSet>
      <dgm:spPr/>
    </dgm:pt>
    <dgm:pt modelId="{97756130-09D2-4771-A339-143C8EDCDFA8}" type="pres">
      <dgm:prSet presAssocID="{701D68F5-42F8-47BC-8FED-84C50F595DF0}" presName="compNode" presStyleCnt="0"/>
      <dgm:spPr/>
    </dgm:pt>
    <dgm:pt modelId="{28916928-65D2-410E-B8EF-D0B5A7FB639A}" type="pres">
      <dgm:prSet presAssocID="{701D68F5-42F8-47BC-8FED-84C50F595DF0}"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Documento con relleno sólido"/>
        </a:ext>
      </dgm:extLst>
    </dgm:pt>
    <dgm:pt modelId="{3792084F-76E9-4E4E-9431-E8AB807D4783}" type="pres">
      <dgm:prSet presAssocID="{701D68F5-42F8-47BC-8FED-84C50F595DF0}" presName="spaceRect" presStyleCnt="0"/>
      <dgm:spPr/>
    </dgm:pt>
    <dgm:pt modelId="{88CDABBB-E97E-48CF-99F4-F10B70972913}" type="pres">
      <dgm:prSet presAssocID="{701D68F5-42F8-47BC-8FED-84C50F595DF0}" presName="textRect" presStyleLbl="revTx" presStyleIdx="0" presStyleCnt="3">
        <dgm:presLayoutVars>
          <dgm:chMax val="1"/>
          <dgm:chPref val="1"/>
        </dgm:presLayoutVars>
      </dgm:prSet>
      <dgm:spPr/>
    </dgm:pt>
    <dgm:pt modelId="{206A55AC-B5FB-494F-B8C5-0BE732389E30}" type="pres">
      <dgm:prSet presAssocID="{0C95B389-AC0C-4055-9AA3-38815EFC8B0A}" presName="sibTrans" presStyleCnt="0"/>
      <dgm:spPr/>
    </dgm:pt>
    <dgm:pt modelId="{B6DA6197-6555-4162-AFBC-400948CEC71E}" type="pres">
      <dgm:prSet presAssocID="{91A66877-AC1C-46D9-BF2C-6024B638DEA9}" presName="compNode" presStyleCnt="0"/>
      <dgm:spPr/>
    </dgm:pt>
    <dgm:pt modelId="{B6447378-0EF9-49C9-8C19-1B2FAB52FD57}" type="pres">
      <dgm:prSet presAssocID="{91A66877-AC1C-46D9-BF2C-6024B638DEA9}"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Teclado con relleno sólido"/>
        </a:ext>
      </dgm:extLst>
    </dgm:pt>
    <dgm:pt modelId="{FF5D7E07-A2D0-43C3-8D95-A58777FDC24B}" type="pres">
      <dgm:prSet presAssocID="{91A66877-AC1C-46D9-BF2C-6024B638DEA9}" presName="spaceRect" presStyleCnt="0"/>
      <dgm:spPr/>
    </dgm:pt>
    <dgm:pt modelId="{810384D4-2463-4C3F-A9D9-CD4756A5B4A1}" type="pres">
      <dgm:prSet presAssocID="{91A66877-AC1C-46D9-BF2C-6024B638DEA9}" presName="textRect" presStyleLbl="revTx" presStyleIdx="1" presStyleCnt="3">
        <dgm:presLayoutVars>
          <dgm:chMax val="1"/>
          <dgm:chPref val="1"/>
        </dgm:presLayoutVars>
      </dgm:prSet>
      <dgm:spPr/>
    </dgm:pt>
    <dgm:pt modelId="{83578310-45A7-468D-B219-8038AF29D403}" type="pres">
      <dgm:prSet presAssocID="{BFCE4A28-C381-46FF-935A-B11534EF7D87}" presName="sibTrans" presStyleCnt="0"/>
      <dgm:spPr/>
    </dgm:pt>
    <dgm:pt modelId="{36D72834-634B-4B2A-ACFA-EC938EB6629C}" type="pres">
      <dgm:prSet presAssocID="{76CC3289-2662-43F0-A3C6-BA04A135F08C}" presName="compNode" presStyleCnt="0"/>
      <dgm:spPr/>
    </dgm:pt>
    <dgm:pt modelId="{C70C7946-42D8-4EFD-8AF5-CCC7F65D8806}" type="pres">
      <dgm:prSet presAssocID="{76CC3289-2662-43F0-A3C6-BA04A135F08C}"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Robot con relleno sólido"/>
        </a:ext>
      </dgm:extLst>
    </dgm:pt>
    <dgm:pt modelId="{24B948E5-C76F-4CCE-BF57-F8C9E91FB2A5}" type="pres">
      <dgm:prSet presAssocID="{76CC3289-2662-43F0-A3C6-BA04A135F08C}" presName="spaceRect" presStyleCnt="0"/>
      <dgm:spPr/>
    </dgm:pt>
    <dgm:pt modelId="{1619EDCF-8B68-415E-8385-E6984F4B06CC}" type="pres">
      <dgm:prSet presAssocID="{76CC3289-2662-43F0-A3C6-BA04A135F08C}" presName="textRect" presStyleLbl="revTx" presStyleIdx="2" presStyleCnt="3">
        <dgm:presLayoutVars>
          <dgm:chMax val="1"/>
          <dgm:chPref val="1"/>
        </dgm:presLayoutVars>
      </dgm:prSet>
      <dgm:spPr/>
    </dgm:pt>
  </dgm:ptLst>
  <dgm:cxnLst>
    <dgm:cxn modelId="{C4BA385D-31ED-40EF-A5D6-98DFBA64E71A}" srcId="{7D9C16A6-8C48-4165-8DAF-8C957C12A8FA}" destId="{701D68F5-42F8-47BC-8FED-84C50F595DF0}" srcOrd="0" destOrd="0" parTransId="{9617668C-C38C-4017-8DDF-37855B15D110}" sibTransId="{0C95B389-AC0C-4055-9AA3-38815EFC8B0A}"/>
    <dgm:cxn modelId="{0400886E-8A1A-44C2-95A7-DB0EF4911494}" srcId="{7D9C16A6-8C48-4165-8DAF-8C957C12A8FA}" destId="{76CC3289-2662-43F0-A3C6-BA04A135F08C}" srcOrd="2" destOrd="0" parTransId="{D46DB4DA-1442-4ECE-89FE-BBB1E3489E3D}" sibTransId="{FA28C9D6-476E-43CD-BA23-D6D990FD78D0}"/>
    <dgm:cxn modelId="{7F0DAB6F-9257-4F2D-B31A-3418F73F6952}" srcId="{7D9C16A6-8C48-4165-8DAF-8C957C12A8FA}" destId="{91A66877-AC1C-46D9-BF2C-6024B638DEA9}" srcOrd="1" destOrd="0" parTransId="{913FED05-DF41-48A7-B1F8-81937A468EF9}" sibTransId="{BFCE4A28-C381-46FF-935A-B11534EF7D87}"/>
    <dgm:cxn modelId="{B2557C88-2E7A-4C8A-B943-E0CEA4514C2E}" type="presOf" srcId="{91A66877-AC1C-46D9-BF2C-6024B638DEA9}" destId="{810384D4-2463-4C3F-A9D9-CD4756A5B4A1}" srcOrd="0" destOrd="0" presId="urn:microsoft.com/office/officeart/2018/2/layout/IconLabelList#1"/>
    <dgm:cxn modelId="{388138BB-B81B-4AA2-B986-4AAC53614F37}" type="presOf" srcId="{701D68F5-42F8-47BC-8FED-84C50F595DF0}" destId="{88CDABBB-E97E-48CF-99F4-F10B70972913}" srcOrd="0" destOrd="0" presId="urn:microsoft.com/office/officeart/2018/2/layout/IconLabelList#1"/>
    <dgm:cxn modelId="{486C43FB-7D75-4A4E-9627-FAF2AE508415}" type="presOf" srcId="{7D9C16A6-8C48-4165-8DAF-8C957C12A8FA}" destId="{D63C1E6D-8810-4F84-8CD0-89B4EAAC3662}" srcOrd="0" destOrd="0" presId="urn:microsoft.com/office/officeart/2018/2/layout/IconLabelList#1"/>
    <dgm:cxn modelId="{194989FD-3194-4B3F-94D5-25536BCC8D32}" type="presOf" srcId="{76CC3289-2662-43F0-A3C6-BA04A135F08C}" destId="{1619EDCF-8B68-415E-8385-E6984F4B06CC}" srcOrd="0" destOrd="0" presId="urn:microsoft.com/office/officeart/2018/2/layout/IconLabelList#1"/>
    <dgm:cxn modelId="{786A9260-DD6E-49A4-8A0F-040B45023FF1}" type="presParOf" srcId="{D63C1E6D-8810-4F84-8CD0-89B4EAAC3662}" destId="{97756130-09D2-4771-A339-143C8EDCDFA8}" srcOrd="0" destOrd="0" presId="urn:microsoft.com/office/officeart/2018/2/layout/IconLabelList#1"/>
    <dgm:cxn modelId="{B2571E16-52A0-492E-90A4-D5BE53A7E4C6}" type="presParOf" srcId="{97756130-09D2-4771-A339-143C8EDCDFA8}" destId="{28916928-65D2-410E-B8EF-D0B5A7FB639A}" srcOrd="0" destOrd="0" presId="urn:microsoft.com/office/officeart/2018/2/layout/IconLabelList#1"/>
    <dgm:cxn modelId="{283F8676-A2CF-4C86-BF83-CFD168EF7E87}" type="presParOf" srcId="{97756130-09D2-4771-A339-143C8EDCDFA8}" destId="{3792084F-76E9-4E4E-9431-E8AB807D4783}" srcOrd="1" destOrd="0" presId="urn:microsoft.com/office/officeart/2018/2/layout/IconLabelList#1"/>
    <dgm:cxn modelId="{EFE573F5-40B4-4827-BAA4-B0A4CE3EAC0E}" type="presParOf" srcId="{97756130-09D2-4771-A339-143C8EDCDFA8}" destId="{88CDABBB-E97E-48CF-99F4-F10B70972913}" srcOrd="2" destOrd="0" presId="urn:microsoft.com/office/officeart/2018/2/layout/IconLabelList#1"/>
    <dgm:cxn modelId="{18B09EAC-CF6A-4D55-9939-6EFCCA087DF4}" type="presParOf" srcId="{D63C1E6D-8810-4F84-8CD0-89B4EAAC3662}" destId="{206A55AC-B5FB-494F-B8C5-0BE732389E30}" srcOrd="1" destOrd="0" presId="urn:microsoft.com/office/officeart/2018/2/layout/IconLabelList#1"/>
    <dgm:cxn modelId="{824E3851-A738-4137-9DEC-F81143E05A0D}" type="presParOf" srcId="{D63C1E6D-8810-4F84-8CD0-89B4EAAC3662}" destId="{B6DA6197-6555-4162-AFBC-400948CEC71E}" srcOrd="2" destOrd="0" presId="urn:microsoft.com/office/officeart/2018/2/layout/IconLabelList#1"/>
    <dgm:cxn modelId="{149E7ADD-1B2F-4CC0-963A-6E9173D6AF71}" type="presParOf" srcId="{B6DA6197-6555-4162-AFBC-400948CEC71E}" destId="{B6447378-0EF9-49C9-8C19-1B2FAB52FD57}" srcOrd="0" destOrd="0" presId="urn:microsoft.com/office/officeart/2018/2/layout/IconLabelList#1"/>
    <dgm:cxn modelId="{08C92EFB-321A-4F08-A6BD-C82ECAC99A6E}" type="presParOf" srcId="{B6DA6197-6555-4162-AFBC-400948CEC71E}" destId="{FF5D7E07-A2D0-43C3-8D95-A58777FDC24B}" srcOrd="1" destOrd="0" presId="urn:microsoft.com/office/officeart/2018/2/layout/IconLabelList#1"/>
    <dgm:cxn modelId="{BF63FDA8-F91E-4CE6-8801-3EB53D90C5D4}" type="presParOf" srcId="{B6DA6197-6555-4162-AFBC-400948CEC71E}" destId="{810384D4-2463-4C3F-A9D9-CD4756A5B4A1}" srcOrd="2" destOrd="0" presId="urn:microsoft.com/office/officeart/2018/2/layout/IconLabelList#1"/>
    <dgm:cxn modelId="{CB20A98A-D364-4AD7-A900-8C9BFE59AF78}" type="presParOf" srcId="{D63C1E6D-8810-4F84-8CD0-89B4EAAC3662}" destId="{83578310-45A7-468D-B219-8038AF29D403}" srcOrd="3" destOrd="0" presId="urn:microsoft.com/office/officeart/2018/2/layout/IconLabelList#1"/>
    <dgm:cxn modelId="{5441FA71-C08C-4192-95B7-C5EBE6E0E447}" type="presParOf" srcId="{D63C1E6D-8810-4F84-8CD0-89B4EAAC3662}" destId="{36D72834-634B-4B2A-ACFA-EC938EB6629C}" srcOrd="4" destOrd="0" presId="urn:microsoft.com/office/officeart/2018/2/layout/IconLabelList#1"/>
    <dgm:cxn modelId="{AB77CD09-F813-4873-9F39-85473FCFBA2C}" type="presParOf" srcId="{36D72834-634B-4B2A-ACFA-EC938EB6629C}" destId="{C70C7946-42D8-4EFD-8AF5-CCC7F65D8806}" srcOrd="0" destOrd="0" presId="urn:microsoft.com/office/officeart/2018/2/layout/IconLabelList#1"/>
    <dgm:cxn modelId="{A824DBF3-91C6-4CB3-BD8E-9CCDD6E1C695}" type="presParOf" srcId="{36D72834-634B-4B2A-ACFA-EC938EB6629C}" destId="{24B948E5-C76F-4CCE-BF57-F8C9E91FB2A5}" srcOrd="1" destOrd="0" presId="urn:microsoft.com/office/officeart/2018/2/layout/IconLabelList#1"/>
    <dgm:cxn modelId="{948B74D5-F770-4C7A-8944-F1229C4F46E5}" type="presParOf" srcId="{36D72834-634B-4B2A-ACFA-EC938EB6629C}" destId="{1619EDCF-8B68-415E-8385-E6984F4B06CC}" srcOrd="2" destOrd="0" presId="urn:microsoft.com/office/officeart/2018/2/layout/IconLabelLis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04B3B5E2-3F1F-4DD5-B3E3-AE7122F8A70D}" type="doc">
      <dgm:prSet loTypeId="urn:microsoft.com/office/officeart/2024/layout/IconCircleLabelList" loCatId="picture" qsTypeId="urn:microsoft.com/office/officeart/2005/8/quickstyle/simple1" qsCatId="simple" csTypeId="urn:microsoft.com/office/officeart/2005/8/colors/accent1_2" csCatId="accent1" phldr="1"/>
      <dgm:spPr/>
      <dgm:t>
        <a:bodyPr/>
        <a:lstStyle/>
        <a:p>
          <a:endParaRPr lang="es-ES"/>
        </a:p>
      </dgm:t>
    </dgm:pt>
    <dgm:pt modelId="{A5DEDAFD-A914-4F4C-9DD6-D56CCA517772}">
      <dgm:prSet phldrT="[Texto]" phldr="0"/>
      <dgm:spPr/>
      <dgm:t>
        <a:bodyPr/>
        <a:lstStyle/>
        <a:p>
          <a:pPr>
            <a:lnSpc>
              <a:spcPct val="100000"/>
            </a:lnSpc>
            <a:defRPr/>
          </a:pPr>
          <a:r>
            <a:rPr lang="es-ES" dirty="0"/>
            <a:t>Discord</a:t>
          </a:r>
        </a:p>
      </dgm:t>
    </dgm:pt>
    <dgm:pt modelId="{B95A2325-0FFA-43D3-91CB-7635E046FFAE}" type="parTrans" cxnId="{4C82E133-161E-4414-89A3-6965589E57D3}">
      <dgm:prSet/>
      <dgm:spPr/>
      <dgm:t>
        <a:bodyPr/>
        <a:lstStyle/>
        <a:p>
          <a:endParaRPr lang="es-ES"/>
        </a:p>
      </dgm:t>
    </dgm:pt>
    <dgm:pt modelId="{D80FCF10-6228-411D-881A-737A2E71A70B}" type="sibTrans" cxnId="{4C82E133-161E-4414-89A3-6965589E57D3}">
      <dgm:prSet/>
      <dgm:spPr/>
      <dgm:t>
        <a:bodyPr/>
        <a:lstStyle/>
        <a:p>
          <a:endParaRPr lang="es-ES"/>
        </a:p>
      </dgm:t>
    </dgm:pt>
    <dgm:pt modelId="{32613A39-D945-4577-9699-4B1D08BB5803}">
      <dgm:prSet phldrT="[Texto]" phldr="0"/>
      <dgm:spPr/>
      <dgm:t>
        <a:bodyPr/>
        <a:lstStyle/>
        <a:p>
          <a:pPr>
            <a:lnSpc>
              <a:spcPct val="100000"/>
            </a:lnSpc>
            <a:defRPr/>
          </a:pPr>
          <a:r>
            <a:rPr lang="es-ES" dirty="0"/>
            <a:t>RR.SS</a:t>
          </a:r>
        </a:p>
      </dgm:t>
    </dgm:pt>
    <dgm:pt modelId="{92FD818F-842E-4594-9B95-3F511CBCCE06}" type="parTrans" cxnId="{5BA25E91-64AB-4BD7-85B7-B99A371CABDB}">
      <dgm:prSet/>
      <dgm:spPr/>
      <dgm:t>
        <a:bodyPr/>
        <a:lstStyle/>
        <a:p>
          <a:endParaRPr lang="es-ES"/>
        </a:p>
      </dgm:t>
    </dgm:pt>
    <dgm:pt modelId="{6007117F-4D0C-4F32-A2C1-87CFDB47EF0E}" type="sibTrans" cxnId="{5BA25E91-64AB-4BD7-85B7-B99A371CABDB}">
      <dgm:prSet/>
      <dgm:spPr/>
      <dgm:t>
        <a:bodyPr/>
        <a:lstStyle/>
        <a:p>
          <a:endParaRPr lang="es-ES"/>
        </a:p>
      </dgm:t>
    </dgm:pt>
    <dgm:pt modelId="{0B15FEEC-78AC-4D0D-BA8D-9F03D412C2D3}">
      <dgm:prSet phldrT="[Texto]" phldr="0"/>
      <dgm:spPr/>
      <dgm:t>
        <a:bodyPr/>
        <a:lstStyle/>
        <a:p>
          <a:pPr>
            <a:lnSpc>
              <a:spcPct val="100000"/>
            </a:lnSpc>
            <a:defRPr/>
          </a:pPr>
          <a:r>
            <a:rPr lang="es-ES" dirty="0"/>
            <a:t>Ayuda</a:t>
          </a:r>
        </a:p>
      </dgm:t>
    </dgm:pt>
    <dgm:pt modelId="{F46163A0-01EA-4CD7-ABAE-4BC4FB798CA4}" type="parTrans" cxnId="{7C7874D3-9127-4A1E-8348-037AF6466F4D}">
      <dgm:prSet/>
      <dgm:spPr/>
      <dgm:t>
        <a:bodyPr/>
        <a:lstStyle/>
        <a:p>
          <a:endParaRPr lang="es-ES"/>
        </a:p>
      </dgm:t>
    </dgm:pt>
    <dgm:pt modelId="{D7FBA84A-650D-4F47-B201-37BC97E64536}" type="sibTrans" cxnId="{7C7874D3-9127-4A1E-8348-037AF6466F4D}">
      <dgm:prSet/>
      <dgm:spPr/>
      <dgm:t>
        <a:bodyPr/>
        <a:lstStyle/>
        <a:p>
          <a:endParaRPr lang="es-ES"/>
        </a:p>
      </dgm:t>
    </dgm:pt>
    <dgm:pt modelId="{14BA1010-31BC-46C7-8DFF-249495A0C542}">
      <dgm:prSet/>
      <dgm:spPr/>
      <dgm:t>
        <a:bodyPr/>
        <a:lstStyle/>
        <a:p>
          <a:pPr>
            <a:lnSpc>
              <a:spcPct val="100000"/>
            </a:lnSpc>
            <a:defRPr/>
          </a:pPr>
          <a:r>
            <a:rPr lang="es-ES" dirty="0"/>
            <a:t>Horario</a:t>
          </a:r>
        </a:p>
      </dgm:t>
    </dgm:pt>
    <dgm:pt modelId="{728A00D7-145F-44B5-B73B-634D0CB4F592}" type="parTrans" cxnId="{E81F6C6E-D4FF-462B-82EE-97B00BD395B7}">
      <dgm:prSet/>
      <dgm:spPr/>
      <dgm:t>
        <a:bodyPr/>
        <a:lstStyle/>
        <a:p>
          <a:endParaRPr lang="es-ES"/>
        </a:p>
      </dgm:t>
    </dgm:pt>
    <dgm:pt modelId="{E4E46D9B-D1D9-4D1D-97D6-802AE6D8BD46}" type="sibTrans" cxnId="{E81F6C6E-D4FF-462B-82EE-97B00BD395B7}">
      <dgm:prSet/>
      <dgm:spPr/>
      <dgm:t>
        <a:bodyPr/>
        <a:lstStyle/>
        <a:p>
          <a:endParaRPr lang="es-ES"/>
        </a:p>
      </dgm:t>
    </dgm:pt>
    <dgm:pt modelId="{53C0E477-2376-482C-8F50-D1884011D9E8}" type="pres">
      <dgm:prSet presAssocID="{04B3B5E2-3F1F-4DD5-B3E3-AE7122F8A70D}" presName="root" presStyleCnt="0">
        <dgm:presLayoutVars>
          <dgm:dir/>
          <dgm:resizeHandles val="exact"/>
        </dgm:presLayoutVars>
      </dgm:prSet>
      <dgm:spPr/>
    </dgm:pt>
    <dgm:pt modelId="{ACD95B6C-20C8-495F-886E-3B3216D0871E}" type="pres">
      <dgm:prSet presAssocID="{A5DEDAFD-A914-4F4C-9DD6-D56CCA517772}" presName="compNode" presStyleCnt="0"/>
      <dgm:spPr/>
    </dgm:pt>
    <dgm:pt modelId="{6D948427-F228-4DF1-BC8C-1583B0709835}" type="pres">
      <dgm:prSet presAssocID="{A5DEDAFD-A914-4F4C-9DD6-D56CCA517772}" presName="iconBgRect" presStyleLbl="node1" presStyleIdx="0" presStyleCnt="4"/>
      <dgm:spPr/>
    </dgm:pt>
    <dgm:pt modelId="{73AE656C-851F-414E-BE9C-71A96F0CD7BA}" type="pres">
      <dgm:prSet presAssocID="{A5DEDAFD-A914-4F4C-9DD6-D56CCA517772}" presName="iconRect" presStyleLbl="solidFgAcc1" presStyleIdx="0" presStyleCnt="4"/>
      <dgm:spPr>
        <a:blipFill>
          <a:blip xmlns:r="http://schemas.openxmlformats.org/officeDocument/2006/relationships" r:embed="rId1"/>
          <a:srcRect/>
          <a:stretch>
            <a:fillRect/>
          </a:stretch>
        </a:blipFill>
      </dgm:spPr>
    </dgm:pt>
    <dgm:pt modelId="{A8FB3E2A-E8C7-43F9-AD3B-2DF878BAC579}" type="pres">
      <dgm:prSet presAssocID="{A5DEDAFD-A914-4F4C-9DD6-D56CCA517772}" presName="spaceRect" presStyleCnt="0"/>
      <dgm:spPr/>
    </dgm:pt>
    <dgm:pt modelId="{D507829C-5187-44B7-9C43-43CA92772EBA}" type="pres">
      <dgm:prSet presAssocID="{A5DEDAFD-A914-4F4C-9DD6-D56CCA517772}" presName="textRect" presStyleLbl="revTx" presStyleIdx="0" presStyleCnt="4">
        <dgm:presLayoutVars>
          <dgm:chMax val="1"/>
          <dgm:chPref val="1"/>
        </dgm:presLayoutVars>
      </dgm:prSet>
      <dgm:spPr/>
    </dgm:pt>
    <dgm:pt modelId="{6EA3DAEF-9D64-4B4A-964A-E77C82C2862A}" type="pres">
      <dgm:prSet presAssocID="{D80FCF10-6228-411D-881A-737A2E71A70B}" presName="sibTrans" presStyleCnt="0"/>
      <dgm:spPr/>
    </dgm:pt>
    <dgm:pt modelId="{4C9F417E-823D-4927-86FE-438A2B908870}" type="pres">
      <dgm:prSet presAssocID="{32613A39-D945-4577-9699-4B1D08BB5803}" presName="compNode" presStyleCnt="0"/>
      <dgm:spPr/>
    </dgm:pt>
    <dgm:pt modelId="{6C4D07EC-33C9-45B0-AEE4-5DE887648E02}" type="pres">
      <dgm:prSet presAssocID="{32613A39-D945-4577-9699-4B1D08BB5803}" presName="iconBgRect" presStyleLbl="node1" presStyleIdx="1" presStyleCnt="4"/>
      <dgm:spPr/>
    </dgm:pt>
    <dgm:pt modelId="{BFCA6F7A-7915-4E81-8E76-8E9478F10149}" type="pres">
      <dgm:prSet presAssocID="{32613A39-D945-4577-9699-4B1D08BB5803}" presName="iconRect" presStyleLbl="solidFgAcc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omentario con corazón con relleno sólido"/>
        </a:ext>
      </dgm:extLst>
    </dgm:pt>
    <dgm:pt modelId="{54C675F1-1E12-4B74-9405-9085C7AF6A31}" type="pres">
      <dgm:prSet presAssocID="{32613A39-D945-4577-9699-4B1D08BB5803}" presName="spaceRect" presStyleCnt="0"/>
      <dgm:spPr/>
    </dgm:pt>
    <dgm:pt modelId="{3EB1D3A6-A5E6-4C93-B36A-C613F915ACC3}" type="pres">
      <dgm:prSet presAssocID="{32613A39-D945-4577-9699-4B1D08BB5803}" presName="textRect" presStyleLbl="revTx" presStyleIdx="1" presStyleCnt="4">
        <dgm:presLayoutVars>
          <dgm:chMax val="1"/>
          <dgm:chPref val="1"/>
        </dgm:presLayoutVars>
      </dgm:prSet>
      <dgm:spPr/>
    </dgm:pt>
    <dgm:pt modelId="{76E553C8-40FA-4D41-8697-724785E1EB74}" type="pres">
      <dgm:prSet presAssocID="{6007117F-4D0C-4F32-A2C1-87CFDB47EF0E}" presName="sibTrans" presStyleCnt="0"/>
      <dgm:spPr/>
    </dgm:pt>
    <dgm:pt modelId="{ED9107C1-E254-4AA7-A33F-E668D6470C0A}" type="pres">
      <dgm:prSet presAssocID="{14BA1010-31BC-46C7-8DFF-249495A0C542}" presName="compNode" presStyleCnt="0"/>
      <dgm:spPr/>
    </dgm:pt>
    <dgm:pt modelId="{51C671FE-38D9-41FE-AB79-5492FB922C99}" type="pres">
      <dgm:prSet presAssocID="{14BA1010-31BC-46C7-8DFF-249495A0C542}" presName="iconBgRect" presStyleLbl="node1" presStyleIdx="2" presStyleCnt="4"/>
      <dgm:spPr/>
    </dgm:pt>
    <dgm:pt modelId="{17D3DC5D-2EFA-43AD-9A54-D86F446F3E7D}" type="pres">
      <dgm:prSet presAssocID="{14BA1010-31BC-46C7-8DFF-249495A0C542}" presName="iconRect" presStyleLbl="solidFgAcc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Calendario mensual con relleno sólido"/>
        </a:ext>
      </dgm:extLst>
    </dgm:pt>
    <dgm:pt modelId="{401EE499-A0B8-4D66-B027-D109049DDB07}" type="pres">
      <dgm:prSet presAssocID="{14BA1010-31BC-46C7-8DFF-249495A0C542}" presName="spaceRect" presStyleCnt="0"/>
      <dgm:spPr/>
    </dgm:pt>
    <dgm:pt modelId="{E37C438E-7106-4AAF-AB06-773D4797F808}" type="pres">
      <dgm:prSet presAssocID="{14BA1010-31BC-46C7-8DFF-249495A0C542}" presName="textRect" presStyleLbl="revTx" presStyleIdx="2" presStyleCnt="4">
        <dgm:presLayoutVars>
          <dgm:chMax val="1"/>
          <dgm:chPref val="1"/>
        </dgm:presLayoutVars>
      </dgm:prSet>
      <dgm:spPr/>
    </dgm:pt>
    <dgm:pt modelId="{ED58DD03-09A6-4F30-9DD2-ECDA764AC8A5}" type="pres">
      <dgm:prSet presAssocID="{E4E46D9B-D1D9-4D1D-97D6-802AE6D8BD46}" presName="sibTrans" presStyleCnt="0"/>
      <dgm:spPr/>
    </dgm:pt>
    <dgm:pt modelId="{EDE3D8F4-DB25-4597-9C3E-0E97C75F9796}" type="pres">
      <dgm:prSet presAssocID="{0B15FEEC-78AC-4D0D-BA8D-9F03D412C2D3}" presName="compNode" presStyleCnt="0"/>
      <dgm:spPr/>
    </dgm:pt>
    <dgm:pt modelId="{F7A9AB32-A828-49BE-BDC6-5FA348E81C66}" type="pres">
      <dgm:prSet presAssocID="{0B15FEEC-78AC-4D0D-BA8D-9F03D412C2D3}" presName="iconBgRect" presStyleLbl="node1" presStyleIdx="3" presStyleCnt="4"/>
      <dgm:spPr/>
    </dgm:pt>
    <dgm:pt modelId="{EB2F25C7-0B1C-4344-B64D-B010E0E0D7A4}" type="pres">
      <dgm:prSet presAssocID="{0B15FEEC-78AC-4D0D-BA8D-9F03D412C2D3}" presName="iconRect" presStyleLbl="solidFgAcc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Ayuda con relleno sólido"/>
        </a:ext>
      </dgm:extLst>
    </dgm:pt>
    <dgm:pt modelId="{663FEAB5-8D1F-43F4-98B4-6BB7135E9DA0}" type="pres">
      <dgm:prSet presAssocID="{0B15FEEC-78AC-4D0D-BA8D-9F03D412C2D3}" presName="spaceRect" presStyleCnt="0"/>
      <dgm:spPr/>
    </dgm:pt>
    <dgm:pt modelId="{9E3B9402-38B7-4E8A-82A8-13A7774AB9B4}" type="pres">
      <dgm:prSet presAssocID="{0B15FEEC-78AC-4D0D-BA8D-9F03D412C2D3}" presName="textRect" presStyleLbl="revTx" presStyleIdx="3" presStyleCnt="4">
        <dgm:presLayoutVars>
          <dgm:chMax val="1"/>
          <dgm:chPref val="1"/>
        </dgm:presLayoutVars>
      </dgm:prSet>
      <dgm:spPr/>
    </dgm:pt>
  </dgm:ptLst>
  <dgm:cxnLst>
    <dgm:cxn modelId="{09F11E1C-44F1-4266-8DE7-721842A32F9D}" type="presOf" srcId="{04B3B5E2-3F1F-4DD5-B3E3-AE7122F8A70D}" destId="{53C0E477-2376-482C-8F50-D1884011D9E8}" srcOrd="0" destOrd="0" presId="urn:microsoft.com/office/officeart/2024/layout/IconCircleLabelList"/>
    <dgm:cxn modelId="{4C82E133-161E-4414-89A3-6965589E57D3}" srcId="{04B3B5E2-3F1F-4DD5-B3E3-AE7122F8A70D}" destId="{A5DEDAFD-A914-4F4C-9DD6-D56CCA517772}" srcOrd="0" destOrd="0" parTransId="{B95A2325-0FFA-43D3-91CB-7635E046FFAE}" sibTransId="{D80FCF10-6228-411D-881A-737A2E71A70B}"/>
    <dgm:cxn modelId="{EC1B1039-1F72-4E81-B873-11AF6F4E345B}" type="presOf" srcId="{14BA1010-31BC-46C7-8DFF-249495A0C542}" destId="{E37C438E-7106-4AAF-AB06-773D4797F808}" srcOrd="0" destOrd="0" presId="urn:microsoft.com/office/officeart/2024/layout/IconCircleLabelList"/>
    <dgm:cxn modelId="{E81F6C6E-D4FF-462B-82EE-97B00BD395B7}" srcId="{04B3B5E2-3F1F-4DD5-B3E3-AE7122F8A70D}" destId="{14BA1010-31BC-46C7-8DFF-249495A0C542}" srcOrd="2" destOrd="0" parTransId="{728A00D7-145F-44B5-B73B-634D0CB4F592}" sibTransId="{E4E46D9B-D1D9-4D1D-97D6-802AE6D8BD46}"/>
    <dgm:cxn modelId="{5BA25E91-64AB-4BD7-85B7-B99A371CABDB}" srcId="{04B3B5E2-3F1F-4DD5-B3E3-AE7122F8A70D}" destId="{32613A39-D945-4577-9699-4B1D08BB5803}" srcOrd="1" destOrd="0" parTransId="{92FD818F-842E-4594-9B95-3F511CBCCE06}" sibTransId="{6007117F-4D0C-4F32-A2C1-87CFDB47EF0E}"/>
    <dgm:cxn modelId="{C2B889BA-52B2-4FDC-9626-73470920CABC}" type="presOf" srcId="{32613A39-D945-4577-9699-4B1D08BB5803}" destId="{3EB1D3A6-A5E6-4C93-B36A-C613F915ACC3}" srcOrd="0" destOrd="0" presId="urn:microsoft.com/office/officeart/2024/layout/IconCircleLabelList"/>
    <dgm:cxn modelId="{7C7874D3-9127-4A1E-8348-037AF6466F4D}" srcId="{04B3B5E2-3F1F-4DD5-B3E3-AE7122F8A70D}" destId="{0B15FEEC-78AC-4D0D-BA8D-9F03D412C2D3}" srcOrd="3" destOrd="0" parTransId="{F46163A0-01EA-4CD7-ABAE-4BC4FB798CA4}" sibTransId="{D7FBA84A-650D-4F47-B201-37BC97E64536}"/>
    <dgm:cxn modelId="{AB1E9BDB-BD7F-4660-A3D8-4E2DBD4549AD}" type="presOf" srcId="{0B15FEEC-78AC-4D0D-BA8D-9F03D412C2D3}" destId="{9E3B9402-38B7-4E8A-82A8-13A7774AB9B4}" srcOrd="0" destOrd="0" presId="urn:microsoft.com/office/officeart/2024/layout/IconCircleLabelList"/>
    <dgm:cxn modelId="{C08174DD-273B-4F38-A840-C2FFFA07D0A3}" type="presOf" srcId="{A5DEDAFD-A914-4F4C-9DD6-D56CCA517772}" destId="{D507829C-5187-44B7-9C43-43CA92772EBA}" srcOrd="0" destOrd="0" presId="urn:microsoft.com/office/officeart/2024/layout/IconCircleLabelList"/>
    <dgm:cxn modelId="{3D29A6A6-CAC0-4806-88C3-EB96A02BFCAF}" type="presParOf" srcId="{53C0E477-2376-482C-8F50-D1884011D9E8}" destId="{ACD95B6C-20C8-495F-886E-3B3216D0871E}" srcOrd="0" destOrd="0" presId="urn:microsoft.com/office/officeart/2024/layout/IconCircleLabelList"/>
    <dgm:cxn modelId="{30DF7F87-2235-430D-AF7E-FFC58323BBEB}" type="presParOf" srcId="{ACD95B6C-20C8-495F-886E-3B3216D0871E}" destId="{6D948427-F228-4DF1-BC8C-1583B0709835}" srcOrd="0" destOrd="0" presId="urn:microsoft.com/office/officeart/2024/layout/IconCircleLabelList"/>
    <dgm:cxn modelId="{29BD9D1E-BF1A-45DD-8864-CB93317899B8}" type="presParOf" srcId="{ACD95B6C-20C8-495F-886E-3B3216D0871E}" destId="{73AE656C-851F-414E-BE9C-71A96F0CD7BA}" srcOrd="1" destOrd="0" presId="urn:microsoft.com/office/officeart/2024/layout/IconCircleLabelList"/>
    <dgm:cxn modelId="{AFD2CA52-BB43-4CAC-BAD5-24F046253E67}" type="presParOf" srcId="{ACD95B6C-20C8-495F-886E-3B3216D0871E}" destId="{A8FB3E2A-E8C7-43F9-AD3B-2DF878BAC579}" srcOrd="2" destOrd="0" presId="urn:microsoft.com/office/officeart/2024/layout/IconCircleLabelList"/>
    <dgm:cxn modelId="{8F5B724B-EA30-40EC-A050-5690034B99E2}" type="presParOf" srcId="{ACD95B6C-20C8-495F-886E-3B3216D0871E}" destId="{D507829C-5187-44B7-9C43-43CA92772EBA}" srcOrd="3" destOrd="0" presId="urn:microsoft.com/office/officeart/2024/layout/IconCircleLabelList"/>
    <dgm:cxn modelId="{88716314-FE71-4545-857B-0CFA99BB8539}" type="presParOf" srcId="{53C0E477-2376-482C-8F50-D1884011D9E8}" destId="{6EA3DAEF-9D64-4B4A-964A-E77C82C2862A}" srcOrd="1" destOrd="0" presId="urn:microsoft.com/office/officeart/2024/layout/IconCircleLabelList"/>
    <dgm:cxn modelId="{19379A0B-10AB-4125-B5BF-1907EA514636}" type="presParOf" srcId="{53C0E477-2376-482C-8F50-D1884011D9E8}" destId="{4C9F417E-823D-4927-86FE-438A2B908870}" srcOrd="2" destOrd="0" presId="urn:microsoft.com/office/officeart/2024/layout/IconCircleLabelList"/>
    <dgm:cxn modelId="{CB1392A5-2354-4AB6-9DC2-B7AD1ED34446}" type="presParOf" srcId="{4C9F417E-823D-4927-86FE-438A2B908870}" destId="{6C4D07EC-33C9-45B0-AEE4-5DE887648E02}" srcOrd="0" destOrd="0" presId="urn:microsoft.com/office/officeart/2024/layout/IconCircleLabelList"/>
    <dgm:cxn modelId="{54780EA7-BE5A-4EA5-B29D-9A947B4E8103}" type="presParOf" srcId="{4C9F417E-823D-4927-86FE-438A2B908870}" destId="{BFCA6F7A-7915-4E81-8E76-8E9478F10149}" srcOrd="1" destOrd="0" presId="urn:microsoft.com/office/officeart/2024/layout/IconCircleLabelList"/>
    <dgm:cxn modelId="{B7F2E62B-440E-44C7-A2BB-47FB4FCB428A}" type="presParOf" srcId="{4C9F417E-823D-4927-86FE-438A2B908870}" destId="{54C675F1-1E12-4B74-9405-9085C7AF6A31}" srcOrd="2" destOrd="0" presId="urn:microsoft.com/office/officeart/2024/layout/IconCircleLabelList"/>
    <dgm:cxn modelId="{3016A276-1DB7-43AD-AD58-860DB2D65AE4}" type="presParOf" srcId="{4C9F417E-823D-4927-86FE-438A2B908870}" destId="{3EB1D3A6-A5E6-4C93-B36A-C613F915ACC3}" srcOrd="3" destOrd="0" presId="urn:microsoft.com/office/officeart/2024/layout/IconCircleLabelList"/>
    <dgm:cxn modelId="{8FC272FA-1FE6-4848-A35A-5FB3D686F6AE}" type="presParOf" srcId="{53C0E477-2376-482C-8F50-D1884011D9E8}" destId="{76E553C8-40FA-4D41-8697-724785E1EB74}" srcOrd="3" destOrd="0" presId="urn:microsoft.com/office/officeart/2024/layout/IconCircleLabelList"/>
    <dgm:cxn modelId="{704BE7D2-9375-4C68-8837-94BD9C86EEDF}" type="presParOf" srcId="{53C0E477-2376-482C-8F50-D1884011D9E8}" destId="{ED9107C1-E254-4AA7-A33F-E668D6470C0A}" srcOrd="4" destOrd="0" presId="urn:microsoft.com/office/officeart/2024/layout/IconCircleLabelList"/>
    <dgm:cxn modelId="{C68E4C27-2D2B-4F2F-BBB8-96473CD3BCB9}" type="presParOf" srcId="{ED9107C1-E254-4AA7-A33F-E668D6470C0A}" destId="{51C671FE-38D9-41FE-AB79-5492FB922C99}" srcOrd="0" destOrd="0" presId="urn:microsoft.com/office/officeart/2024/layout/IconCircleLabelList"/>
    <dgm:cxn modelId="{F1B4965E-DE7E-4DC9-84F7-BBB978D7171A}" type="presParOf" srcId="{ED9107C1-E254-4AA7-A33F-E668D6470C0A}" destId="{17D3DC5D-2EFA-43AD-9A54-D86F446F3E7D}" srcOrd="1" destOrd="0" presId="urn:microsoft.com/office/officeart/2024/layout/IconCircleLabelList"/>
    <dgm:cxn modelId="{5DD33315-76E6-4155-9E5A-19CD5AA4FB76}" type="presParOf" srcId="{ED9107C1-E254-4AA7-A33F-E668D6470C0A}" destId="{401EE499-A0B8-4D66-B027-D109049DDB07}" srcOrd="2" destOrd="0" presId="urn:microsoft.com/office/officeart/2024/layout/IconCircleLabelList"/>
    <dgm:cxn modelId="{292FB979-0CC0-4BAC-A101-0449F987ACC7}" type="presParOf" srcId="{ED9107C1-E254-4AA7-A33F-E668D6470C0A}" destId="{E37C438E-7106-4AAF-AB06-773D4797F808}" srcOrd="3" destOrd="0" presId="urn:microsoft.com/office/officeart/2024/layout/IconCircleLabelList"/>
    <dgm:cxn modelId="{64D14D87-8C2D-4208-B99B-1A4548DEBAC0}" type="presParOf" srcId="{53C0E477-2376-482C-8F50-D1884011D9E8}" destId="{ED58DD03-09A6-4F30-9DD2-ECDA764AC8A5}" srcOrd="5" destOrd="0" presId="urn:microsoft.com/office/officeart/2024/layout/IconCircleLabelList"/>
    <dgm:cxn modelId="{E725020F-0497-4139-982A-4ABEE7681D15}" type="presParOf" srcId="{53C0E477-2376-482C-8F50-D1884011D9E8}" destId="{EDE3D8F4-DB25-4597-9C3E-0E97C75F9796}" srcOrd="6" destOrd="0" presId="urn:microsoft.com/office/officeart/2024/layout/IconCircleLabelList"/>
    <dgm:cxn modelId="{9D50DDED-5E97-4733-BCB0-88BDAAB61733}" type="presParOf" srcId="{EDE3D8F4-DB25-4597-9C3E-0E97C75F9796}" destId="{F7A9AB32-A828-49BE-BDC6-5FA348E81C66}" srcOrd="0" destOrd="0" presId="urn:microsoft.com/office/officeart/2024/layout/IconCircleLabelList"/>
    <dgm:cxn modelId="{8E18C65A-D693-4654-AEFC-47829A7BAE89}" type="presParOf" srcId="{EDE3D8F4-DB25-4597-9C3E-0E97C75F9796}" destId="{EB2F25C7-0B1C-4344-B64D-B010E0E0D7A4}" srcOrd="1" destOrd="0" presId="urn:microsoft.com/office/officeart/2024/layout/IconCircleLabelList"/>
    <dgm:cxn modelId="{1A645E79-58B4-4386-84A7-5341D1E3EFBB}" type="presParOf" srcId="{EDE3D8F4-DB25-4597-9C3E-0E97C75F9796}" destId="{663FEAB5-8D1F-43F4-98B4-6BB7135E9DA0}" srcOrd="2" destOrd="0" presId="urn:microsoft.com/office/officeart/2024/layout/IconCircleLabelList"/>
    <dgm:cxn modelId="{EA211C99-FF35-4FE8-853F-CE98DA134DA6}" type="presParOf" srcId="{EDE3D8F4-DB25-4597-9C3E-0E97C75F9796}" destId="{9E3B9402-38B7-4E8A-82A8-13A7774AB9B4}" srcOrd="3" destOrd="0" presId="urn:microsoft.com/office/officeart/2024/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s-ES" sz="3500" kern="1200" noProof="0" dirty="0"/>
            <a:t>Moderación automática</a:t>
          </a:r>
        </a:p>
      </dsp:txBody>
      <dsp:txXfrm>
        <a:off x="496568" y="356393"/>
        <a:ext cx="6310391"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55666" y="1425575"/>
          <a:ext cx="6051292"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s-ES" sz="3500" kern="1200" noProof="0" dirty="0"/>
            <a:t>Integración con IA </a:t>
          </a:r>
        </a:p>
      </dsp:txBody>
      <dsp:txXfrm>
        <a:off x="755666" y="1425575"/>
        <a:ext cx="6051292"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496568" y="2494756"/>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8900" rIns="88900" bIns="88900" numCol="1" spcCol="1270" rtlCol="0" anchor="ctr" anchorCtr="0">
          <a:noAutofit/>
        </a:bodyPr>
        <a:lstStyle/>
        <a:p>
          <a:pPr marL="0" lvl="0" indent="0" algn="l" defTabSz="1555750" rtl="0">
            <a:lnSpc>
              <a:spcPct val="100000"/>
            </a:lnSpc>
            <a:spcBef>
              <a:spcPct val="0"/>
            </a:spcBef>
            <a:spcAft>
              <a:spcPct val="35000"/>
            </a:spcAft>
            <a:buNone/>
          </a:pPr>
          <a:r>
            <a:rPr lang="es-ES" sz="3500" kern="1200" noProof="0" dirty="0"/>
            <a:t>Desarrollo de agentes JADE</a:t>
          </a:r>
        </a:p>
      </dsp:txBody>
      <dsp:txXfrm>
        <a:off x="496568" y="2494756"/>
        <a:ext cx="6310391"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B6396A-10DF-496A-8187-D8F89F64FB05}">
      <dsp:nvSpPr>
        <dsp:cNvPr id="0" name=""/>
        <dsp:cNvSpPr/>
      </dsp:nvSpPr>
      <dsp:spPr>
        <a:xfrm>
          <a:off x="672656" y="1530356"/>
          <a:ext cx="957742" cy="95774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222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F3D239-2541-4570-B799-9D16903E14A1}">
      <dsp:nvSpPr>
        <dsp:cNvPr id="0" name=""/>
        <dsp:cNvSpPr/>
      </dsp:nvSpPr>
      <dsp:spPr>
        <a:xfrm>
          <a:off x="87369" y="2790553"/>
          <a:ext cx="212831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ES" sz="2400" kern="1200" dirty="0"/>
            <a:t>Perceptor</a:t>
          </a:r>
        </a:p>
      </dsp:txBody>
      <dsp:txXfrm>
        <a:off x="87369" y="2790553"/>
        <a:ext cx="2128317" cy="720000"/>
      </dsp:txXfrm>
    </dsp:sp>
    <dsp:sp modelId="{B7793C4B-0187-4DC8-857B-6A32C3B0B460}">
      <dsp:nvSpPr>
        <dsp:cNvPr id="0" name=""/>
        <dsp:cNvSpPr/>
      </dsp:nvSpPr>
      <dsp:spPr>
        <a:xfrm>
          <a:off x="3173429" y="1530356"/>
          <a:ext cx="957742" cy="95774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222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D68C88-4092-4152-BB44-03B9BE185FFF}">
      <dsp:nvSpPr>
        <dsp:cNvPr id="0" name=""/>
        <dsp:cNvSpPr/>
      </dsp:nvSpPr>
      <dsp:spPr>
        <a:xfrm>
          <a:off x="2588142" y="2790553"/>
          <a:ext cx="212831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ES" sz="2400" kern="1200" dirty="0"/>
            <a:t>Inteligente</a:t>
          </a:r>
        </a:p>
      </dsp:txBody>
      <dsp:txXfrm>
        <a:off x="2588142" y="2790553"/>
        <a:ext cx="2128317" cy="720000"/>
      </dsp:txXfrm>
    </dsp:sp>
    <dsp:sp modelId="{6AB6744B-E0E7-4B46-B14B-595B512E3111}">
      <dsp:nvSpPr>
        <dsp:cNvPr id="0" name=""/>
        <dsp:cNvSpPr/>
      </dsp:nvSpPr>
      <dsp:spPr>
        <a:xfrm>
          <a:off x="5674202" y="1530356"/>
          <a:ext cx="957742" cy="95774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222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62BF65-92B7-4C20-837D-9969C679691F}">
      <dsp:nvSpPr>
        <dsp:cNvPr id="0" name=""/>
        <dsp:cNvSpPr/>
      </dsp:nvSpPr>
      <dsp:spPr>
        <a:xfrm>
          <a:off x="5088914" y="2790553"/>
          <a:ext cx="212831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ES" sz="2400" kern="1200" dirty="0"/>
            <a:t>Visualizador</a:t>
          </a:r>
        </a:p>
      </dsp:txBody>
      <dsp:txXfrm>
        <a:off x="5088914" y="2790553"/>
        <a:ext cx="2128317" cy="720000"/>
      </dsp:txXfrm>
    </dsp:sp>
    <dsp:sp modelId="{42C2EFB0-27DD-40BE-BB47-DAB4A08086E4}">
      <dsp:nvSpPr>
        <dsp:cNvPr id="0" name=""/>
        <dsp:cNvSpPr/>
      </dsp:nvSpPr>
      <dsp:spPr>
        <a:xfrm>
          <a:off x="8174974" y="1530356"/>
          <a:ext cx="957742" cy="95774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222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340459-B6B9-46D4-9373-9A2D9093A8EA}">
      <dsp:nvSpPr>
        <dsp:cNvPr id="0" name=""/>
        <dsp:cNvSpPr/>
      </dsp:nvSpPr>
      <dsp:spPr>
        <a:xfrm>
          <a:off x="7589687" y="2790553"/>
          <a:ext cx="212831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ES" sz="2400" kern="1200" dirty="0"/>
            <a:t>Comando</a:t>
          </a:r>
        </a:p>
      </dsp:txBody>
      <dsp:txXfrm>
        <a:off x="7589687" y="2790553"/>
        <a:ext cx="2128317" cy="720000"/>
      </dsp:txXfrm>
    </dsp:sp>
    <dsp:sp modelId="{9EAA32EA-F67A-4259-8446-6A4813C31C5B}">
      <dsp:nvSpPr>
        <dsp:cNvPr id="0" name=""/>
        <dsp:cNvSpPr/>
      </dsp:nvSpPr>
      <dsp:spPr>
        <a:xfrm>
          <a:off x="10675747" y="1530356"/>
          <a:ext cx="957742" cy="957742"/>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22225"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D5C303-02C7-4F44-8798-0087E1F58561}">
      <dsp:nvSpPr>
        <dsp:cNvPr id="0" name=""/>
        <dsp:cNvSpPr/>
      </dsp:nvSpPr>
      <dsp:spPr>
        <a:xfrm>
          <a:off x="10090460" y="2790553"/>
          <a:ext cx="212831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s-ES" sz="2400" kern="1200" dirty="0"/>
            <a:t>Binder</a:t>
          </a:r>
        </a:p>
      </dsp:txBody>
      <dsp:txXfrm>
        <a:off x="10090460" y="2790553"/>
        <a:ext cx="2128317"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916928-65D2-410E-B8EF-D0B5A7FB639A}">
      <dsp:nvSpPr>
        <dsp:cNvPr id="0" name=""/>
        <dsp:cNvSpPr/>
      </dsp:nvSpPr>
      <dsp:spPr>
        <a:xfrm>
          <a:off x="975829" y="557316"/>
          <a:ext cx="1458957" cy="1458957"/>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CDABBB-E97E-48CF-99F4-F10B70972913}">
      <dsp:nvSpPr>
        <dsp:cNvPr id="0" name=""/>
        <dsp:cNvSpPr/>
      </dsp:nvSpPr>
      <dsp:spPr>
        <a:xfrm>
          <a:off x="84244" y="2400986"/>
          <a:ext cx="324212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600200">
            <a:lnSpc>
              <a:spcPct val="100000"/>
            </a:lnSpc>
            <a:spcBef>
              <a:spcPct val="0"/>
            </a:spcBef>
            <a:spcAft>
              <a:spcPct val="35000"/>
            </a:spcAft>
            <a:buNone/>
          </a:pPr>
          <a:r>
            <a:rPr lang="es-ES" sz="3600" kern="1200" noProof="0" dirty="0"/>
            <a:t>Fichero</a:t>
          </a:r>
        </a:p>
      </dsp:txBody>
      <dsp:txXfrm>
        <a:off x="84244" y="2400986"/>
        <a:ext cx="3242127" cy="720000"/>
      </dsp:txXfrm>
    </dsp:sp>
    <dsp:sp modelId="{B6447378-0EF9-49C9-8C19-1B2FAB52FD57}">
      <dsp:nvSpPr>
        <dsp:cNvPr id="0" name=""/>
        <dsp:cNvSpPr/>
      </dsp:nvSpPr>
      <dsp:spPr>
        <a:xfrm>
          <a:off x="4785328" y="557316"/>
          <a:ext cx="1458957" cy="1458957"/>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0384D4-2463-4C3F-A9D9-CD4756A5B4A1}">
      <dsp:nvSpPr>
        <dsp:cNvPr id="0" name=""/>
        <dsp:cNvSpPr/>
      </dsp:nvSpPr>
      <dsp:spPr>
        <a:xfrm>
          <a:off x="3893743" y="2400986"/>
          <a:ext cx="324212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600200">
            <a:lnSpc>
              <a:spcPct val="100000"/>
            </a:lnSpc>
            <a:spcBef>
              <a:spcPct val="0"/>
            </a:spcBef>
            <a:spcAft>
              <a:spcPct val="35000"/>
            </a:spcAft>
            <a:buNone/>
          </a:pPr>
          <a:r>
            <a:rPr lang="es-ES" sz="3600" kern="1200" noProof="0" dirty="0"/>
            <a:t>Teclado</a:t>
          </a:r>
        </a:p>
      </dsp:txBody>
      <dsp:txXfrm>
        <a:off x="3893743" y="2400986"/>
        <a:ext cx="3242127" cy="720000"/>
      </dsp:txXfrm>
    </dsp:sp>
    <dsp:sp modelId="{C70C7946-42D8-4EFD-8AF5-CCC7F65D8806}">
      <dsp:nvSpPr>
        <dsp:cNvPr id="0" name=""/>
        <dsp:cNvSpPr/>
      </dsp:nvSpPr>
      <dsp:spPr>
        <a:xfrm>
          <a:off x="8594828" y="557316"/>
          <a:ext cx="1458957" cy="1458957"/>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19EDCF-8B68-415E-8385-E6984F4B06CC}">
      <dsp:nvSpPr>
        <dsp:cNvPr id="0" name=""/>
        <dsp:cNvSpPr/>
      </dsp:nvSpPr>
      <dsp:spPr>
        <a:xfrm>
          <a:off x="7703243" y="2400986"/>
          <a:ext cx="3242127"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600200">
            <a:lnSpc>
              <a:spcPct val="100000"/>
            </a:lnSpc>
            <a:spcBef>
              <a:spcPct val="0"/>
            </a:spcBef>
            <a:spcAft>
              <a:spcPct val="35000"/>
            </a:spcAft>
            <a:buNone/>
          </a:pPr>
          <a:r>
            <a:rPr lang="es-ES" sz="3600" kern="1200" noProof="0" dirty="0"/>
            <a:t>Bot</a:t>
          </a:r>
        </a:p>
      </dsp:txBody>
      <dsp:txXfrm>
        <a:off x="7703243" y="2400986"/>
        <a:ext cx="3242127"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948427-F228-4DF1-BC8C-1583B0709835}">
      <dsp:nvSpPr>
        <dsp:cNvPr id="0" name=""/>
        <dsp:cNvSpPr/>
      </dsp:nvSpPr>
      <dsp:spPr>
        <a:xfrm>
          <a:off x="682231" y="194"/>
          <a:ext cx="836367" cy="836367"/>
        </a:xfrm>
        <a:prstGeom prst="ellipse">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AE656C-851F-414E-BE9C-71A96F0CD7BA}">
      <dsp:nvSpPr>
        <dsp:cNvPr id="0" name=""/>
        <dsp:cNvSpPr/>
      </dsp:nvSpPr>
      <dsp:spPr>
        <a:xfrm>
          <a:off x="805629" y="123592"/>
          <a:ext cx="589570" cy="589570"/>
        </a:xfrm>
        <a:prstGeom prst="ellipse">
          <a:avLst/>
        </a:prstGeom>
        <a:blipFill>
          <a:blip xmlns:r="http://schemas.openxmlformats.org/officeDocument/2006/relationships" r:embed="rId1"/>
          <a:srcRect/>
          <a:stretch>
            <a:fillRect/>
          </a:stretch>
        </a:blip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7829C-5187-44B7-9C43-43CA92772EBA}">
      <dsp:nvSpPr>
        <dsp:cNvPr id="0" name=""/>
        <dsp:cNvSpPr/>
      </dsp:nvSpPr>
      <dsp:spPr>
        <a:xfrm>
          <a:off x="414867" y="1097069"/>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a:pPr>
          <a:r>
            <a:rPr lang="es-ES" sz="3200" kern="1200" dirty="0"/>
            <a:t>Discord</a:t>
          </a:r>
        </a:p>
      </dsp:txBody>
      <dsp:txXfrm>
        <a:off x="414867" y="1097069"/>
        <a:ext cx="1371093" cy="548437"/>
      </dsp:txXfrm>
    </dsp:sp>
    <dsp:sp modelId="{6C4D07EC-33C9-45B0-AEE4-5DE887648E02}">
      <dsp:nvSpPr>
        <dsp:cNvPr id="0" name=""/>
        <dsp:cNvSpPr/>
      </dsp:nvSpPr>
      <dsp:spPr>
        <a:xfrm>
          <a:off x="2293266" y="194"/>
          <a:ext cx="836367" cy="836367"/>
        </a:xfrm>
        <a:prstGeom prst="ellipse">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CA6F7A-7915-4E81-8E76-8E9478F10149}">
      <dsp:nvSpPr>
        <dsp:cNvPr id="0" name=""/>
        <dsp:cNvSpPr/>
      </dsp:nvSpPr>
      <dsp:spPr>
        <a:xfrm>
          <a:off x="2416664" y="123592"/>
          <a:ext cx="589570" cy="589570"/>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EB1D3A6-A5E6-4C93-B36A-C613F915ACC3}">
      <dsp:nvSpPr>
        <dsp:cNvPr id="0" name=""/>
        <dsp:cNvSpPr/>
      </dsp:nvSpPr>
      <dsp:spPr>
        <a:xfrm>
          <a:off x="2025903" y="1097069"/>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a:pPr>
          <a:r>
            <a:rPr lang="es-ES" sz="3200" kern="1200" dirty="0"/>
            <a:t>RR.SS</a:t>
          </a:r>
        </a:p>
      </dsp:txBody>
      <dsp:txXfrm>
        <a:off x="2025903" y="1097069"/>
        <a:ext cx="1371093" cy="548437"/>
      </dsp:txXfrm>
    </dsp:sp>
    <dsp:sp modelId="{51C671FE-38D9-41FE-AB79-5492FB922C99}">
      <dsp:nvSpPr>
        <dsp:cNvPr id="0" name=""/>
        <dsp:cNvSpPr/>
      </dsp:nvSpPr>
      <dsp:spPr>
        <a:xfrm>
          <a:off x="3904301" y="194"/>
          <a:ext cx="836367" cy="836367"/>
        </a:xfrm>
        <a:prstGeom prst="ellipse">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D3DC5D-2EFA-43AD-9A54-D86F446F3E7D}">
      <dsp:nvSpPr>
        <dsp:cNvPr id="0" name=""/>
        <dsp:cNvSpPr/>
      </dsp:nvSpPr>
      <dsp:spPr>
        <a:xfrm>
          <a:off x="4027700" y="123592"/>
          <a:ext cx="589570" cy="589570"/>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37C438E-7106-4AAF-AB06-773D4797F808}">
      <dsp:nvSpPr>
        <dsp:cNvPr id="0" name=""/>
        <dsp:cNvSpPr/>
      </dsp:nvSpPr>
      <dsp:spPr>
        <a:xfrm>
          <a:off x="3636938" y="1097069"/>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a:pPr>
          <a:r>
            <a:rPr lang="es-ES" sz="3200" kern="1200" dirty="0"/>
            <a:t>Horario</a:t>
          </a:r>
        </a:p>
      </dsp:txBody>
      <dsp:txXfrm>
        <a:off x="3636938" y="1097069"/>
        <a:ext cx="1371093" cy="548437"/>
      </dsp:txXfrm>
    </dsp:sp>
    <dsp:sp modelId="{F7A9AB32-A828-49BE-BDC6-5FA348E81C66}">
      <dsp:nvSpPr>
        <dsp:cNvPr id="0" name=""/>
        <dsp:cNvSpPr/>
      </dsp:nvSpPr>
      <dsp:spPr>
        <a:xfrm>
          <a:off x="2293266" y="1988280"/>
          <a:ext cx="836367" cy="836367"/>
        </a:xfrm>
        <a:prstGeom prst="ellipse">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2F25C7-0B1C-4344-B64D-B010E0E0D7A4}">
      <dsp:nvSpPr>
        <dsp:cNvPr id="0" name=""/>
        <dsp:cNvSpPr/>
      </dsp:nvSpPr>
      <dsp:spPr>
        <a:xfrm>
          <a:off x="2416664" y="2111678"/>
          <a:ext cx="589570" cy="589570"/>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3B9402-38B7-4E8A-82A8-13A7774AB9B4}">
      <dsp:nvSpPr>
        <dsp:cNvPr id="0" name=""/>
        <dsp:cNvSpPr/>
      </dsp:nvSpPr>
      <dsp:spPr>
        <a:xfrm>
          <a:off x="2025903" y="3085155"/>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a:pPr>
          <a:r>
            <a:rPr lang="es-ES" sz="3200" kern="1200" dirty="0"/>
            <a:t>Ayuda</a:t>
          </a:r>
        </a:p>
      </dsp:txBody>
      <dsp:txXfrm>
        <a:off x="2025903" y="3085155"/>
        <a:ext cx="1371093" cy="54843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o de lista de etiquetas"/>
  <dgm:desc val="Se usa para mostrar fragmentos no secuenciales o agrupados de información acompañados de elementos visuales relacionados. Funciona mejor con iconos o imágenes pequeñas con leyendas de texto breve."/>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1">
  <dgm:title val="Icono de lista de etiquetas"/>
  <dgm:desc val="Se usa para mostrar fragmentos no secuenciales o agrupados de información acompañados de elementos visuales relacionados. Funciona mejor con iconos o imágenes pequeñas con leyendas de texto breve."/>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24/layout/IconCircleLabelList">
  <dgm:title val=""/>
  <dgm:desc val=""/>
  <dgm:catLst>
    <dgm:cat type="list" pri="18500"/>
    <dgm:cat type="picture" pri="8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43"/>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node1">
          <dgm:alg type="sp"/>
          <dgm:shape xmlns:r="http://schemas.openxmlformats.org/officeDocument/2006/relationships" type="ellipse" r:blip="">
            <dgm:adjLst/>
          </dgm:shape>
          <dgm:presOf/>
          <dgm:constrLst/>
          <dgm:ruleLst/>
        </dgm:layoutNode>
        <dgm:layoutNode name="iconRect" styleLbl="solidFgAcc1">
          <dgm:alg type="sp"/>
          <dgm:shape xmlns:r="http://schemas.openxmlformats.org/officeDocument/2006/relationships" type="ellipse"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62B80FE-187A-4085-BD71-F0873FF7BD68}" type="datetime1">
              <a:rPr lang="es-ES" smtClean="0"/>
              <a:t>23/05/2026</a:t>
            </a:fld>
            <a:endParaRPr lang="es-ES"/>
          </a:p>
        </p:txBody>
      </p:sp>
      <p:sp>
        <p:nvSpPr>
          <p:cNvPr id="4" name="Marcador de pie de página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número de diapositiva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s-ES" smtClean="0"/>
              <a:t>‹Nº›</a:t>
            </a:fld>
            <a:endParaRPr lang="es-E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D59A2BD-4571-4110-BB3E-5D004DE434FA}" type="datetime1">
              <a:rPr lang="es-ES" noProof="0" smtClean="0"/>
              <a:t>23/05/2026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s-ES" noProof="0" smtClean="0"/>
              <a:t>‹Nº›</a:t>
            </a:fld>
            <a:endParaRPr lang="es-ES"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rtlCol="0"/>
          <a:lstStyle/>
          <a:p>
            <a:pPr rtl="0"/>
            <a:r>
              <a:rPr lang="es-ES" b="1" dirty="0"/>
              <a:t>[Orador 1] </a:t>
            </a:r>
            <a:r>
              <a:rPr lang="es-ES" b="0" dirty="0"/>
              <a:t>Presentación leer título y nombres</a:t>
            </a:r>
            <a:endParaRPr lang="es-ES" b="1" dirty="0"/>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a:t>
            </a:fld>
            <a:endParaRPr lang="es-E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rtlCol="0"/>
          <a:lstStyle/>
          <a:p>
            <a:pPr rtl="0"/>
            <a:r>
              <a:rPr lang="es-ES" b="1" dirty="0"/>
              <a:t>[Orador 1] </a:t>
            </a:r>
            <a:r>
              <a:rPr lang="es-ES" b="0" dirty="0"/>
              <a:t>El objetivo de nuestro proyecto era crear un sistema </a:t>
            </a:r>
            <a:r>
              <a:rPr lang="es-ES" b="0" dirty="0" err="1"/>
              <a:t>multiagente</a:t>
            </a:r>
            <a:r>
              <a:rPr lang="es-ES" b="0" dirty="0"/>
              <a:t> JADE capaz de filtrar de manera automática mensajes de un chat de plataforma de </a:t>
            </a:r>
            <a:r>
              <a:rPr lang="es-ES" b="0" dirty="0" err="1"/>
              <a:t>streaming</a:t>
            </a:r>
            <a:r>
              <a:rPr lang="es-ES" b="0" dirty="0"/>
              <a:t> simulado. Es decir, que fuese capaz de discernir entre mensajes limpios y tóxicos, censurando estos últimos.</a:t>
            </a:r>
          </a:p>
          <a:p>
            <a:pPr rtl="0"/>
            <a:r>
              <a:rPr lang="es-ES" b="0" dirty="0"/>
              <a:t>A la hora de implementar nuestro sistema, quisimos utilizar algunas plataformas de inteligencia artificial que vimos en clase como </a:t>
            </a:r>
            <a:r>
              <a:rPr lang="es-ES" b="0" dirty="0" err="1"/>
              <a:t>Weka</a:t>
            </a:r>
            <a:r>
              <a:rPr lang="es-ES" b="0" dirty="0"/>
              <a:t> y Ollama cuya integración os la contaremos más adelante.</a:t>
            </a:r>
          </a:p>
          <a:p>
            <a:pPr rtl="0"/>
            <a:endParaRPr lang="es-ES" b="1" dirty="0"/>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2</a:t>
            </a:fld>
            <a:endParaRPr lang="es-ES"/>
          </a:p>
        </p:txBody>
      </p:sp>
    </p:spTree>
    <p:extLst>
      <p:ext uri="{BB962C8B-B14F-4D97-AF65-F5344CB8AC3E}">
        <p14:creationId xmlns:p14="http://schemas.microsoft.com/office/powerpoint/2010/main" val="3505115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rtlCol="0"/>
          <a:lstStyle/>
          <a:p>
            <a:pPr rtl="0"/>
            <a:r>
              <a:rPr lang="es-ES" b="1" dirty="0"/>
              <a:t>[Orador 2] </a:t>
            </a:r>
            <a:r>
              <a:rPr lang="es-ES" dirty="0"/>
              <a:t>Los distintos tipos de agentes presentes en nuestro proyecto son (leer agentes)</a:t>
            </a:r>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3</a:t>
            </a:fld>
            <a:endParaRPr lang="es-ES"/>
          </a:p>
        </p:txBody>
      </p:sp>
    </p:spTree>
    <p:extLst>
      <p:ext uri="{BB962C8B-B14F-4D97-AF65-F5344CB8AC3E}">
        <p14:creationId xmlns:p14="http://schemas.microsoft.com/office/powerpoint/2010/main" val="431927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6B2D0-FDC3-EDBC-3D5B-5F3AD4B66B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430391-3624-41E1-D2E0-DE2EDD5DE097}"/>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3424636B-A5F2-2550-DF67-DD4827AF1F1B}"/>
              </a:ext>
            </a:extLst>
          </p:cNvPr>
          <p:cNvSpPr>
            <a:spLocks noGrp="1"/>
          </p:cNvSpPr>
          <p:nvPr>
            <p:ph type="body" idx="1"/>
          </p:nvPr>
        </p:nvSpPr>
        <p:spPr/>
        <p:txBody>
          <a:bodyPr rtlCol="0"/>
          <a:lstStyle/>
          <a:p>
            <a:pPr rtl="0"/>
            <a:r>
              <a:rPr lang="es-ES" b="1" dirty="0"/>
              <a:t>[Orador 2] </a:t>
            </a:r>
            <a:r>
              <a:rPr lang="es-ES" dirty="0"/>
              <a:t>En nuestro sistema hemos implementado tres tipos de agentes perceptores que le envían mensajes externos al agente inteligente para que este después los filtre</a:t>
            </a:r>
          </a:p>
          <a:p>
            <a:pPr marL="171450" indent="-171450" rtl="0">
              <a:buFont typeface="Arial" panose="020B0604020202020204" pitchFamily="34" charset="0"/>
              <a:buChar char="•"/>
            </a:pPr>
            <a:r>
              <a:rPr lang="es-ES" dirty="0"/>
              <a:t>Fichero: el primero que implementamos, va cogiendo líneas de un archivo de texto y se las pasa cada 4 segundos al agente binder.</a:t>
            </a:r>
          </a:p>
          <a:p>
            <a:pPr marL="171450" indent="-171450" rtl="0">
              <a:buFont typeface="Arial" panose="020B0604020202020204" pitchFamily="34" charset="0"/>
              <a:buChar char="•"/>
            </a:pPr>
            <a:r>
              <a:rPr lang="es-ES" dirty="0"/>
              <a:t>Teclado: recoge inputs del usuario por teclado.</a:t>
            </a:r>
          </a:p>
          <a:p>
            <a:pPr marL="171450" indent="-171450" rtl="0">
              <a:buFont typeface="Arial" panose="020B0604020202020204" pitchFamily="34" charset="0"/>
              <a:buChar char="•"/>
            </a:pPr>
            <a:r>
              <a:rPr lang="es-ES" dirty="0"/>
              <a:t>Bot: Utilizamos modelos de la plataforma Ollama para generar de manera automática mensajes.</a:t>
            </a:r>
          </a:p>
        </p:txBody>
      </p:sp>
      <p:sp>
        <p:nvSpPr>
          <p:cNvPr id="4" name="Marcador de número de diapositiva 3">
            <a:extLst>
              <a:ext uri="{FF2B5EF4-FFF2-40B4-BE49-F238E27FC236}">
                <a16:creationId xmlns:a16="http://schemas.microsoft.com/office/drawing/2014/main" id="{29AFA4B7-4886-C817-7898-9D21DFEFBB59}"/>
              </a:ext>
            </a:extLst>
          </p:cNvPr>
          <p:cNvSpPr>
            <a:spLocks noGrp="1"/>
          </p:cNvSpPr>
          <p:nvPr>
            <p:ph type="sldNum" sz="quarter" idx="5"/>
          </p:nvPr>
        </p:nvSpPr>
        <p:spPr/>
        <p:txBody>
          <a:bodyPr rtlCol="0"/>
          <a:lstStyle/>
          <a:p>
            <a:pPr marL="0" marR="0" lvl="0" indent="0" algn="r" defTabSz="457200" rtl="0" eaLnBrk="1" fontAlgn="auto" latinLnBrk="0" hangingPunct="1">
              <a:lnSpc>
                <a:spcPct val="100000"/>
              </a:lnSpc>
              <a:spcBef>
                <a:spcPts val="0"/>
              </a:spcBef>
              <a:spcAft>
                <a:spcPts val="0"/>
              </a:spcAft>
              <a:buClrTx/>
              <a:buSzTx/>
              <a:buFontTx/>
              <a:buNone/>
              <a:tabLst/>
              <a:defRPr/>
            </a:pPr>
            <a:fld id="{C6B3AB32-59DF-41F1-9618-EDFBF5049629}"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221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AE6EB-9E3E-C2F9-1364-18009FEFFF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621FBC-5FBF-EB3D-D661-A99C3F1837A4}"/>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C9226224-CB09-4E22-8E73-FEFC63C0E940}"/>
              </a:ext>
            </a:extLst>
          </p:cNvPr>
          <p:cNvSpPr>
            <a:spLocks noGrp="1"/>
          </p:cNvSpPr>
          <p:nvPr>
            <p:ph type="body" idx="1"/>
          </p:nvPr>
        </p:nvSpPr>
        <p:spPr/>
        <p:txBody>
          <a:bodyPr/>
          <a:lstStyle/>
          <a:p>
            <a:r>
              <a:rPr lang="es-ES" b="1" dirty="0"/>
              <a:t>[Orador 3] </a:t>
            </a:r>
            <a:r>
              <a:rPr lang="es-ES" dirty="0"/>
              <a:t>Agente que clasifica mensajes entre Tóxicos y limpios para la moderación del chat. Utilizamos el clasificador J48 de </a:t>
            </a:r>
            <a:r>
              <a:rPr lang="es-ES" dirty="0" err="1"/>
              <a:t>weka</a:t>
            </a:r>
            <a:r>
              <a:rPr lang="es-ES" dirty="0"/>
              <a:t> con un conjunto de frases de entrenamiento para después poder clasificar nuevos mensajes que le va pasando el agente binder. Los mensajes tóxicos los censura mientras que deja pasar los limpios. </a:t>
            </a:r>
            <a:r>
              <a:rPr lang="es-ES" i="1" dirty="0"/>
              <a:t>Si queréis dar ejemplo de frases tóxicas</a:t>
            </a:r>
          </a:p>
        </p:txBody>
      </p:sp>
      <p:sp>
        <p:nvSpPr>
          <p:cNvPr id="4" name="Marcador de número de diapositiva 3">
            <a:extLst>
              <a:ext uri="{FF2B5EF4-FFF2-40B4-BE49-F238E27FC236}">
                <a16:creationId xmlns:a16="http://schemas.microsoft.com/office/drawing/2014/main" id="{C3AAC733-CD14-6DDF-05ED-1DA213DA87A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B3AB32-59DF-41F1-9618-EDFBF5049629}"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3039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a:lstStyle/>
          <a:p>
            <a:r>
              <a:rPr lang="es-ES" b="1" dirty="0"/>
              <a:t>[Orador 4] </a:t>
            </a:r>
            <a:r>
              <a:rPr lang="es-ES" dirty="0"/>
              <a:t>Este agente se encarga de mostrar la interfaz al usuario. Simulamos en un servidor local un chat de una plataforma como </a:t>
            </a:r>
            <a:r>
              <a:rPr lang="es-ES" dirty="0" err="1"/>
              <a:t>twitch</a:t>
            </a:r>
            <a:r>
              <a:rPr lang="es-ES" dirty="0"/>
              <a:t>, imprimiendo los mensajes ya moderados previamente gracias a mensajes ACL INFORM. </a:t>
            </a:r>
            <a:r>
              <a:rPr lang="es-ES" i="1" dirty="0"/>
              <a:t>Enseñar un poco la imagen de la derecha</a:t>
            </a:r>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6</a:t>
            </a:fld>
            <a:endParaRPr lang="es-ES"/>
          </a:p>
        </p:txBody>
      </p:sp>
    </p:spTree>
    <p:extLst>
      <p:ext uri="{BB962C8B-B14F-4D97-AF65-F5344CB8AC3E}">
        <p14:creationId xmlns:p14="http://schemas.microsoft.com/office/powerpoint/2010/main" val="4082966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[Orador 5] </a:t>
            </a:r>
            <a:r>
              <a:rPr lang="es-ES" b="0" dirty="0"/>
              <a:t>Los dos </a:t>
            </a:r>
            <a:r>
              <a:rPr lang="es-ES" b="0" dirty="0" err="1"/>
              <a:t>útimos</a:t>
            </a:r>
            <a:r>
              <a:rPr lang="es-ES" b="0" dirty="0"/>
              <a:t> agentes son el agente de comandos, que recoge mensajes como !Discord !</a:t>
            </a:r>
            <a:r>
              <a:rPr lang="es-ES" b="0" dirty="0" err="1"/>
              <a:t>redessociales</a:t>
            </a:r>
            <a:r>
              <a:rPr lang="es-ES" b="0" dirty="0"/>
              <a:t> y devuelve un mensaje predeterminado comportándose como un </a:t>
            </a:r>
            <a:r>
              <a:rPr lang="es-ES" b="0" dirty="0" err="1"/>
              <a:t>bot</a:t>
            </a:r>
            <a:r>
              <a:rPr lang="es-ES" b="0" dirty="0"/>
              <a:t> de chat de plataformas como </a:t>
            </a:r>
            <a:r>
              <a:rPr lang="es-ES" b="0" dirty="0" err="1"/>
              <a:t>twitch</a:t>
            </a:r>
            <a:r>
              <a:rPr lang="es-ES" b="0" dirty="0"/>
              <a:t>, y el agente binder que dependiendo del formato del mensaje lo </a:t>
            </a:r>
            <a:r>
              <a:rPr lang="es-ES" b="0" dirty="0" err="1"/>
              <a:t>envia</a:t>
            </a:r>
            <a:r>
              <a:rPr lang="es-ES" b="0" dirty="0"/>
              <a:t> a un agente u </a:t>
            </a:r>
            <a:r>
              <a:rPr lang="es-ES" b="0"/>
              <a:t>a otro: </a:t>
            </a:r>
            <a:r>
              <a:rPr lang="es-ES" b="0" dirty="0"/>
              <a:t>si empieza con cierre de exclamación se lo pasa al agente de comandos y en el caso contrario se lo pasa al agente inteligente para que este lo pueda clasificar.</a:t>
            </a:r>
          </a:p>
        </p:txBody>
      </p:sp>
      <p:sp>
        <p:nvSpPr>
          <p:cNvPr id="4" name="Marcador de número de diapositiva 3"/>
          <p:cNvSpPr>
            <a:spLocks noGrp="1"/>
          </p:cNvSpPr>
          <p:nvPr>
            <p:ph type="sldNum" sz="quarter" idx="5"/>
          </p:nvPr>
        </p:nvSpPr>
        <p:spPr/>
        <p:txBody>
          <a:bodyPr/>
          <a:lstStyle/>
          <a:p>
            <a:pPr rtl="0"/>
            <a:fld id="{C6B3AB32-59DF-41F1-9618-EDFBF5049629}" type="slidenum">
              <a:rPr lang="es-ES" noProof="0" smtClean="0"/>
              <a:t>7</a:t>
            </a:fld>
            <a:endParaRPr lang="es-ES" noProof="0"/>
          </a:p>
        </p:txBody>
      </p:sp>
    </p:spTree>
    <p:extLst>
      <p:ext uri="{BB962C8B-B14F-4D97-AF65-F5344CB8AC3E}">
        <p14:creationId xmlns:p14="http://schemas.microsoft.com/office/powerpoint/2010/main" val="178376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rtlCol="0"/>
          <a:lstStyle/>
          <a:p>
            <a:pPr rtl="0"/>
            <a:r>
              <a:rPr lang="es-ES" b="1" dirty="0"/>
              <a:t>[Orador escogido]</a:t>
            </a:r>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8</a:t>
            </a:fld>
            <a:endParaRPr lang="es-ES"/>
          </a:p>
        </p:txBody>
      </p:sp>
    </p:spTree>
    <p:extLst>
      <p:ext uri="{BB962C8B-B14F-4D97-AF65-F5344CB8AC3E}">
        <p14:creationId xmlns:p14="http://schemas.microsoft.com/office/powerpoint/2010/main" val="104671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noProof="0" smtClean="0"/>
              <a:t>9</a:t>
            </a:fld>
            <a:endParaRPr lang="es-ES" noProof="0"/>
          </a:p>
        </p:txBody>
      </p:sp>
    </p:spTree>
    <p:extLst>
      <p:ext uri="{BB962C8B-B14F-4D97-AF65-F5344CB8AC3E}">
        <p14:creationId xmlns:p14="http://schemas.microsoft.com/office/powerpoint/2010/main" val="2170114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fech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F409C0D2-15DE-4FAC-845B-C48979FFAEB9}" type="datetime1">
              <a:rPr lang="es-ES" noProof="0" smtClean="0"/>
              <a:t>23/05/2026</a:t>
            </a:fld>
            <a:endParaRPr lang="es-ES" noProof="0"/>
          </a:p>
        </p:txBody>
      </p:sp>
      <p:sp>
        <p:nvSpPr>
          <p:cNvPr id="5" name="Marcador de pie de página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s-ES" noProof="0"/>
          </a:p>
        </p:txBody>
      </p:sp>
      <p:sp>
        <p:nvSpPr>
          <p:cNvPr id="6" name="Marcador de número de diapositiva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7" name="Rectá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contenido 2"/>
          <p:cNvSpPr>
            <a:spLocks noGrp="1"/>
          </p:cNvSpPr>
          <p:nvPr>
            <p:ph idx="1" hasCustomPrompt="1"/>
          </p:nvPr>
        </p:nvSpPr>
        <p:spPr>
          <a:xfrm>
            <a:off x="581192" y="2180496"/>
            <a:ext cx="11029615" cy="3678303"/>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7670FF6-52DC-429F-9C56-6A1BF295232E}" type="datetime1">
              <a:rPr lang="es-ES" noProof="0" smtClean="0"/>
              <a:t>23/05/2026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a:xfrm>
            <a:off x="10558300" y="5956137"/>
            <a:ext cx="1052508" cy="365125"/>
          </a:xfrm>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fecha 3"/>
          <p:cNvSpPr>
            <a:spLocks noGrp="1"/>
          </p:cNvSpPr>
          <p:nvPr>
            <p:ph type="dt" sz="half" idx="10"/>
          </p:nvPr>
        </p:nvSpPr>
        <p:spPr/>
        <p:txBody>
          <a:bodyPr rtlCol="0"/>
          <a:lstStyle>
            <a:lvl1pPr>
              <a:defRPr>
                <a:solidFill>
                  <a:schemeClr val="accent1">
                    <a:lumMod val="75000"/>
                    <a:lumOff val="25000"/>
                  </a:schemeClr>
                </a:solidFill>
              </a:defRPr>
            </a:lvl1pPr>
          </a:lstStyle>
          <a:p>
            <a:pPr rtl="0"/>
            <a:fld id="{85E27922-51B6-4B96-9C28-2CD2060AE75A}" type="datetime1">
              <a:rPr lang="es-ES" noProof="0" smtClean="0"/>
              <a:t>23/05/2026</a:t>
            </a:fld>
            <a:endParaRPr lang="es-ES" noProof="0"/>
          </a:p>
        </p:txBody>
      </p:sp>
      <p:sp>
        <p:nvSpPr>
          <p:cNvPr id="5" name="Marcador de pie de página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8" name="Rectángulo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contenido 2"/>
          <p:cNvSpPr>
            <a:spLocks noGrp="1"/>
          </p:cNvSpPr>
          <p:nvPr>
            <p:ph sz="half" idx="1" hasCustomPrompt="1"/>
          </p:nvPr>
        </p:nvSpPr>
        <p:spPr>
          <a:xfrm>
            <a:off x="581193" y="2228003"/>
            <a:ext cx="5422390" cy="3633047"/>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hasCustomPrompt="1"/>
          </p:nvPr>
        </p:nvSpPr>
        <p:spPr>
          <a:xfrm>
            <a:off x="6188417" y="2228003"/>
            <a:ext cx="5422392" cy="3633047"/>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F3ECF5D1-1C98-40FD-9D65-EED7644802B9}" type="datetime1">
              <a:rPr lang="es-ES" noProof="0" smtClean="0"/>
              <a:t>23/05/2026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á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contenido 3"/>
          <p:cNvSpPr>
            <a:spLocks noGrp="1"/>
          </p:cNvSpPr>
          <p:nvPr>
            <p:ph sz="half" idx="2" hasCustomPrompt="1"/>
          </p:nvPr>
        </p:nvSpPr>
        <p:spPr>
          <a:xfrm>
            <a:off x="581194" y="2926052"/>
            <a:ext cx="5393100" cy="2934999"/>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6" name="Marcador de contenido 5"/>
          <p:cNvSpPr>
            <a:spLocks noGrp="1"/>
          </p:cNvSpPr>
          <p:nvPr>
            <p:ph sz="quarter" idx="4" hasCustomPrompt="1"/>
          </p:nvPr>
        </p:nvSpPr>
        <p:spPr>
          <a:xfrm>
            <a:off x="6217709" y="2926052"/>
            <a:ext cx="5393100" cy="2934999"/>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8556C746-EB55-4634-AD93-A9FF2473885C}" type="datetime1">
              <a:rPr lang="es-ES" noProof="0" smtClean="0"/>
              <a:t>23/05/2026</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Marcador de fecha 2"/>
          <p:cNvSpPr>
            <a:spLocks noGrp="1"/>
          </p:cNvSpPr>
          <p:nvPr>
            <p:ph type="dt" sz="half" idx="10"/>
          </p:nvPr>
        </p:nvSpPr>
        <p:spPr/>
        <p:txBody>
          <a:bodyPr rtlCol="0"/>
          <a:lstStyle/>
          <a:p>
            <a:pPr rtl="0"/>
            <a:fld id="{C9051F13-F75A-440F-BED7-E2004746A95F}" type="datetime1">
              <a:rPr lang="es-ES" noProof="0" smtClean="0"/>
              <a:t>23/05/2026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
        <p:nvSpPr>
          <p:cNvPr id="7" name="Rectá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3D7A2E7D-666A-420B-9042-959E1D47E21D}" type="datetime1">
              <a:rPr lang="es-ES" noProof="0" smtClean="0"/>
              <a:t>23/05/2026</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s-ES" noProof="0"/>
              <a:t>Haga clic para modificar el estilo de título del patrón</a:t>
            </a:r>
          </a:p>
        </p:txBody>
      </p:sp>
      <p:sp>
        <p:nvSpPr>
          <p:cNvPr id="3" name="Marcador de conteni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lvl1pPr>
              <a:defRPr>
                <a:solidFill>
                  <a:schemeClr val="accent1">
                    <a:lumMod val="75000"/>
                    <a:lumOff val="25000"/>
                  </a:schemeClr>
                </a:solidFill>
              </a:defRPr>
            </a:lvl1pPr>
          </a:lstStyle>
          <a:p>
            <a:pPr rtl="0"/>
            <a:fld id="{0403F12F-0E67-4CAB-8DFD-26DCD4A99D59}" type="datetime1">
              <a:rPr lang="es-ES" noProof="0" smtClean="0"/>
              <a:t>23/05/2026</a:t>
            </a:fld>
            <a:endParaRPr lang="es-ES" noProof="0"/>
          </a:p>
        </p:txBody>
      </p:sp>
      <p:sp>
        <p:nvSpPr>
          <p:cNvPr id="6" name="Marcador de pie de página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7" name="Marcador de número de diapositiva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9709DA8C-1A59-4B91-B9EA-509377CD0E23}" type="datetime1">
              <a:rPr lang="es-ES" noProof="0" smtClean="0"/>
              <a:t>23/05/2026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á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8CF9F163-DD03-4353-882E-CE0F9A80F1C3}" type="datetime1">
              <a:rPr lang="es-ES" noProof="0" smtClean="0"/>
              <a:t>23/05/2026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vertical 1"/>
          <p:cNvSpPr>
            <a:spLocks noGrp="1"/>
          </p:cNvSpPr>
          <p:nvPr>
            <p:ph type="title" orient="vert"/>
          </p:nvPr>
        </p:nvSpPr>
        <p:spPr>
          <a:xfrm>
            <a:off x="8839201" y="675726"/>
            <a:ext cx="2004164" cy="5183073"/>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a:xfrm>
            <a:off x="774923" y="675726"/>
            <a:ext cx="7896279" cy="5183073"/>
          </a:xfrm>
        </p:spPr>
        <p:txBody>
          <a:bodyPr vert="eaVert" rtlCol="0" anchor="t"/>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8D2FF54C-EA2F-453C-857C-5C9ADB86CB43}" type="datetime1">
              <a:rPr lang="es-ES" noProof="0" smtClean="0"/>
              <a:t>23/05/2026</a:t>
            </a:fld>
            <a:endParaRPr lang="es-ES" noProof="0"/>
          </a:p>
        </p:txBody>
      </p:sp>
      <p:sp>
        <p:nvSpPr>
          <p:cNvPr id="5" name="Marcador de pie de página 4"/>
          <p:cNvSpPr>
            <a:spLocks noGrp="1"/>
          </p:cNvSpPr>
          <p:nvPr>
            <p:ph type="ftr" sz="quarter" idx="11"/>
          </p:nvPr>
        </p:nvSpPr>
        <p:spPr>
          <a:xfrm>
            <a:off x="774923" y="5951811"/>
            <a:ext cx="7896279"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A3DF7BF2-42BB-439B-88AA-F60334FF1291}" type="datetime1">
              <a:rPr lang="es-ES" noProof="0" smtClean="0"/>
              <a:t>23/05/2026</a:t>
            </a:fld>
            <a:endParaRPr lang="es-ES" noProof="0"/>
          </a:p>
        </p:txBody>
      </p:sp>
      <p:sp>
        <p:nvSpPr>
          <p:cNvPr id="5" name="Marcador de pie de página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s-ES" noProof="0"/>
          </a:p>
        </p:txBody>
      </p:sp>
      <p:sp>
        <p:nvSpPr>
          <p:cNvPr id="6" name="Marcador de número de diapositiva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s-ES" noProof="0" smtClean="0"/>
              <a:pPr rtl="0"/>
              <a:t>‹Nº›</a:t>
            </a:fld>
            <a:endParaRPr lang="es-ES" noProof="0"/>
          </a:p>
        </p:txBody>
      </p:sp>
      <p:sp>
        <p:nvSpPr>
          <p:cNvPr id="9" name="Rectá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0" name="Rectá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1" name="Rectá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á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7" name="Imagen 6" descr="Conexiones digital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á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9" name="Rectá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0" name="Rectá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2" name="Rectá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es-ES" sz="6000" dirty="0">
                <a:solidFill>
                  <a:schemeClr val="bg1"/>
                </a:solidFill>
              </a:rPr>
              <a:t>Sistemas Inteligentes</a:t>
            </a: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5"/>
            <a:ext cx="10993546" cy="1067251"/>
          </a:xfrm>
        </p:spPr>
        <p:txBody>
          <a:bodyPr rtlCol="0">
            <a:normAutofit/>
          </a:bodyPr>
          <a:lstStyle/>
          <a:p>
            <a:pPr rtl="0"/>
            <a:r>
              <a:rPr lang="es-ES" dirty="0">
                <a:solidFill>
                  <a:srgbClr val="7CEBFF"/>
                </a:solidFill>
              </a:rPr>
              <a:t>Moderador de chat de plataforma de </a:t>
            </a:r>
            <a:r>
              <a:rPr lang="es-ES" dirty="0" err="1">
                <a:solidFill>
                  <a:srgbClr val="7CEBFF"/>
                </a:solidFill>
              </a:rPr>
              <a:t>streaming</a:t>
            </a:r>
            <a:endParaRPr lang="es-ES" dirty="0">
              <a:solidFill>
                <a:srgbClr val="7CEBFF"/>
              </a:solidFill>
            </a:endParaRPr>
          </a:p>
          <a:p>
            <a:pPr rtl="0"/>
            <a:r>
              <a:rPr lang="es-ES" dirty="0" err="1">
                <a:solidFill>
                  <a:srgbClr val="7CEBFF"/>
                </a:solidFill>
              </a:rPr>
              <a:t>Gufeng</a:t>
            </a:r>
            <a:r>
              <a:rPr lang="es-ES" dirty="0">
                <a:solidFill>
                  <a:srgbClr val="7CEBFF"/>
                </a:solidFill>
              </a:rPr>
              <a:t> </a:t>
            </a:r>
            <a:r>
              <a:rPr lang="es-ES" dirty="0" err="1">
                <a:solidFill>
                  <a:srgbClr val="7CEBFF"/>
                </a:solidFill>
              </a:rPr>
              <a:t>wu</a:t>
            </a:r>
            <a:r>
              <a:rPr lang="es-ES" dirty="0">
                <a:solidFill>
                  <a:srgbClr val="7CEBFF"/>
                </a:solidFill>
              </a:rPr>
              <a:t>, </a:t>
            </a:r>
            <a:r>
              <a:rPr lang="es-ES" dirty="0" err="1">
                <a:solidFill>
                  <a:srgbClr val="7CEBFF"/>
                </a:solidFill>
              </a:rPr>
              <a:t>isaak</a:t>
            </a:r>
            <a:r>
              <a:rPr lang="es-ES" dirty="0">
                <a:solidFill>
                  <a:srgbClr val="7CEBFF"/>
                </a:solidFill>
              </a:rPr>
              <a:t> rojas, </a:t>
            </a:r>
            <a:r>
              <a:rPr lang="es-ES" dirty="0" err="1">
                <a:solidFill>
                  <a:srgbClr val="7CEBFF"/>
                </a:solidFill>
              </a:rPr>
              <a:t>jiaxu</a:t>
            </a:r>
            <a:r>
              <a:rPr lang="es-ES" dirty="0">
                <a:solidFill>
                  <a:srgbClr val="7CEBFF"/>
                </a:solidFill>
              </a:rPr>
              <a:t> he, miguel Díaz y miguel martín</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ángulo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Marcador de contenido 4" descr="Números digital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o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ángulo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ángulo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8" name="Rectángulo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rtlCol="0" anchor="ctr">
            <a:normAutofit/>
          </a:bodyPr>
          <a:lstStyle/>
          <a:p>
            <a:pPr algn="ctr" rtl="0"/>
            <a:r>
              <a:rPr lang="es-ES" dirty="0"/>
              <a:t>Objetivos</a:t>
            </a:r>
          </a:p>
        </p:txBody>
      </p:sp>
      <p:graphicFrame>
        <p:nvGraphicFramePr>
          <p:cNvPr id="6" name="Marcador de contenido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770400861"/>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ángulo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1" name="Rectángulo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rtlCol="0">
            <a:normAutofit/>
          </a:bodyPr>
          <a:lstStyle/>
          <a:p>
            <a:pPr rtl="0"/>
            <a:r>
              <a:rPr lang="es-ES" dirty="0">
                <a:solidFill>
                  <a:srgbClr val="FFFEFF"/>
                </a:solidFill>
              </a:rPr>
              <a:t>Tipos de agentes</a:t>
            </a:r>
          </a:p>
        </p:txBody>
      </p:sp>
      <p:graphicFrame>
        <p:nvGraphicFramePr>
          <p:cNvPr id="4" name="Marcador de contenido 3" descr="Gráfico de SmartArt, icono">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3338430644"/>
              </p:ext>
            </p:extLst>
          </p:nvPr>
        </p:nvGraphicFramePr>
        <p:xfrm>
          <a:off x="-59827" y="457199"/>
          <a:ext cx="12306147" cy="5040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334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CB0B-4E37-BC8E-E94E-726AD449FD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56F4E0-A1FA-462D-0A3A-1D8AADFE1CBC}"/>
              </a:ext>
            </a:extLst>
          </p:cNvPr>
          <p:cNvSpPr>
            <a:spLocks noGrp="1"/>
          </p:cNvSpPr>
          <p:nvPr>
            <p:ph type="title"/>
          </p:nvPr>
        </p:nvSpPr>
        <p:spPr>
          <a:xfrm>
            <a:off x="581192" y="702156"/>
            <a:ext cx="11029616" cy="1013800"/>
          </a:xfrm>
        </p:spPr>
        <p:txBody>
          <a:bodyPr rtlCol="0" anchor="b">
            <a:normAutofit/>
          </a:bodyPr>
          <a:lstStyle/>
          <a:p>
            <a:pPr rtl="0"/>
            <a:r>
              <a:rPr lang="es-ES"/>
              <a:t>Agentes perceptores</a:t>
            </a:r>
          </a:p>
        </p:txBody>
      </p:sp>
      <p:graphicFrame>
        <p:nvGraphicFramePr>
          <p:cNvPr id="4" name="Marcador de contenido 3" descr="Gráfico de SmartArt, icono">
            <a:extLst>
              <a:ext uri="{FF2B5EF4-FFF2-40B4-BE49-F238E27FC236}">
                <a16:creationId xmlns:a16="http://schemas.microsoft.com/office/drawing/2014/main" id="{66AD2E0D-79BB-42CC-3718-670843FA2003}"/>
              </a:ext>
            </a:extLst>
          </p:cNvPr>
          <p:cNvGraphicFramePr>
            <a:graphicFrameLocks noGrp="1"/>
          </p:cNvGraphicFramePr>
          <p:nvPr>
            <p:ph idx="1"/>
            <p:extLst>
              <p:ext uri="{D42A27DB-BD31-4B8C-83A1-F6EECF244321}">
                <p14:modId xmlns:p14="http://schemas.microsoft.com/office/powerpoint/2010/main" val="2061299760"/>
              </p:ext>
            </p:extLst>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069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D142A-6D18-A6F9-757B-0371BBF417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F05BCC-B126-4905-99D6-2AC179C21F2D}"/>
              </a:ext>
            </a:extLst>
          </p:cNvPr>
          <p:cNvSpPr>
            <a:spLocks noGrp="1"/>
          </p:cNvSpPr>
          <p:nvPr>
            <p:ph type="title"/>
          </p:nvPr>
        </p:nvSpPr>
        <p:spPr/>
        <p:txBody>
          <a:bodyPr rtlCol="0"/>
          <a:lstStyle/>
          <a:p>
            <a:pPr rtl="0"/>
            <a:r>
              <a:rPr lang="es-ES" dirty="0"/>
              <a:t>Agente Inteligente</a:t>
            </a:r>
          </a:p>
        </p:txBody>
      </p:sp>
      <p:pic>
        <p:nvPicPr>
          <p:cNvPr id="13" name="Marcador de contenido 12">
            <a:extLst>
              <a:ext uri="{FF2B5EF4-FFF2-40B4-BE49-F238E27FC236}">
                <a16:creationId xmlns:a16="http://schemas.microsoft.com/office/drawing/2014/main" id="{89DDED50-EDE3-002A-B62C-A7D5D7869179}"/>
              </a:ext>
            </a:extLst>
          </p:cNvPr>
          <p:cNvPicPr>
            <a:picLocks noGrp="1" noChangeAspect="1"/>
          </p:cNvPicPr>
          <p:nvPr>
            <p:ph sz="half" idx="1"/>
          </p:nvPr>
        </p:nvPicPr>
        <p:blipFill>
          <a:blip r:embed="rId3"/>
          <a:stretch>
            <a:fillRect/>
          </a:stretch>
        </p:blipFill>
        <p:spPr>
          <a:xfrm>
            <a:off x="581025" y="2467171"/>
            <a:ext cx="5422900" cy="3153971"/>
          </a:xfrm>
          <a:prstGeom prst="rect">
            <a:avLst/>
          </a:prstGeom>
        </p:spPr>
      </p:pic>
      <p:pic>
        <p:nvPicPr>
          <p:cNvPr id="7" name="Imagen 6">
            <a:extLst>
              <a:ext uri="{FF2B5EF4-FFF2-40B4-BE49-F238E27FC236}">
                <a16:creationId xmlns:a16="http://schemas.microsoft.com/office/drawing/2014/main" id="{4732D493-4924-CDB6-94DE-45A0D59FB7D5}"/>
              </a:ext>
            </a:extLst>
          </p:cNvPr>
          <p:cNvPicPr>
            <a:picLocks noChangeAspect="1"/>
          </p:cNvPicPr>
          <p:nvPr/>
        </p:nvPicPr>
        <p:blipFill>
          <a:blip r:embed="rId4"/>
          <a:stretch>
            <a:fillRect/>
          </a:stretch>
        </p:blipFill>
        <p:spPr>
          <a:xfrm>
            <a:off x="7714466" y="2616550"/>
            <a:ext cx="2855211" cy="2855211"/>
          </a:xfrm>
          <a:prstGeom prst="rect">
            <a:avLst/>
          </a:prstGeom>
        </p:spPr>
      </p:pic>
    </p:spTree>
    <p:extLst>
      <p:ext uri="{BB962C8B-B14F-4D97-AF65-F5344CB8AC3E}">
        <p14:creationId xmlns:p14="http://schemas.microsoft.com/office/powerpoint/2010/main" val="3409334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988332"/>
          </a:xfrm>
        </p:spPr>
        <p:txBody>
          <a:bodyPr rtlCol="0" anchor="b">
            <a:normAutofit/>
          </a:bodyPr>
          <a:lstStyle/>
          <a:p>
            <a:pPr rtl="0"/>
            <a:r>
              <a:rPr lang="es-ES" dirty="0"/>
              <a:t>Agente visualizador</a:t>
            </a:r>
          </a:p>
        </p:txBody>
      </p:sp>
      <p:pic>
        <p:nvPicPr>
          <p:cNvPr id="20" name="Marcador de contenido 19" descr="Vlog con relleno sólido">
            <a:extLst>
              <a:ext uri="{FF2B5EF4-FFF2-40B4-BE49-F238E27FC236}">
                <a16:creationId xmlns:a16="http://schemas.microsoft.com/office/drawing/2014/main" id="{44873E48-841C-1F8B-00B0-427E23954BFB}"/>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1475864" y="2228003"/>
            <a:ext cx="3633047" cy="3633047"/>
          </a:xfrm>
        </p:spPr>
      </p:pic>
      <p:pic>
        <p:nvPicPr>
          <p:cNvPr id="22" name="Marcador de contenido 21">
            <a:extLst>
              <a:ext uri="{FF2B5EF4-FFF2-40B4-BE49-F238E27FC236}">
                <a16:creationId xmlns:a16="http://schemas.microsoft.com/office/drawing/2014/main" id="{F7CE0095-D540-4584-2C79-5038B28203D7}"/>
              </a:ext>
            </a:extLst>
          </p:cNvPr>
          <p:cNvPicPr>
            <a:picLocks noGrp="1" noChangeAspect="1"/>
          </p:cNvPicPr>
          <p:nvPr>
            <p:ph sz="half" idx="2"/>
          </p:nvPr>
        </p:nvPicPr>
        <p:blipFill>
          <a:blip r:embed="rId4"/>
          <a:stretch>
            <a:fillRect/>
          </a:stretch>
        </p:blipFill>
        <p:spPr>
          <a:xfrm>
            <a:off x="6432139" y="2227263"/>
            <a:ext cx="4934772" cy="3633787"/>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E4378B-67FF-C298-708A-E60210726983}"/>
              </a:ext>
            </a:extLst>
          </p:cNvPr>
          <p:cNvSpPr>
            <a:spLocks noGrp="1"/>
          </p:cNvSpPr>
          <p:nvPr>
            <p:ph type="title"/>
          </p:nvPr>
        </p:nvSpPr>
        <p:spPr/>
        <p:txBody>
          <a:bodyPr/>
          <a:lstStyle/>
          <a:p>
            <a:r>
              <a:rPr lang="es-ES" dirty="0"/>
              <a:t>        Agente Comandos                          Agente binder</a:t>
            </a:r>
          </a:p>
        </p:txBody>
      </p:sp>
      <p:graphicFrame>
        <p:nvGraphicFramePr>
          <p:cNvPr id="5" name="Marcador de contenido 4">
            <a:extLst>
              <a:ext uri="{FF2B5EF4-FFF2-40B4-BE49-F238E27FC236}">
                <a16:creationId xmlns:a16="http://schemas.microsoft.com/office/drawing/2014/main" id="{431257FB-6034-4F35-7077-E4F51F06895D}"/>
              </a:ext>
            </a:extLst>
          </p:cNvPr>
          <p:cNvGraphicFramePr>
            <a:graphicFrameLocks noGrp="1"/>
          </p:cNvGraphicFramePr>
          <p:nvPr>
            <p:ph sz="half" idx="1"/>
            <p:extLst>
              <p:ext uri="{D42A27DB-BD31-4B8C-83A1-F6EECF244321}">
                <p14:modId xmlns:p14="http://schemas.microsoft.com/office/powerpoint/2010/main" val="3073104507"/>
              </p:ext>
            </p:extLst>
          </p:nvPr>
        </p:nvGraphicFramePr>
        <p:xfrm>
          <a:off x="581025" y="2227263"/>
          <a:ext cx="5422900" cy="36337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Marcador de contenido 6">
            <a:extLst>
              <a:ext uri="{FF2B5EF4-FFF2-40B4-BE49-F238E27FC236}">
                <a16:creationId xmlns:a16="http://schemas.microsoft.com/office/drawing/2014/main" id="{B6ADDA71-D584-5973-6E8C-73C159AB593D}"/>
              </a:ext>
            </a:extLst>
          </p:cNvPr>
          <p:cNvPicPr>
            <a:picLocks noGrp="1" noChangeAspect="1"/>
          </p:cNvPicPr>
          <p:nvPr>
            <p:ph sz="half" idx="2"/>
          </p:nvPr>
        </p:nvPicPr>
        <p:blipFill>
          <a:blip r:embed="rId8"/>
          <a:stretch>
            <a:fillRect/>
          </a:stretch>
        </p:blipFill>
        <p:spPr>
          <a:xfrm>
            <a:off x="7082631" y="2227263"/>
            <a:ext cx="3633787" cy="3633787"/>
          </a:xfrm>
          <a:prstGeom prst="rect">
            <a:avLst/>
          </a:prstGeom>
        </p:spPr>
      </p:pic>
    </p:spTree>
    <p:extLst>
      <p:ext uri="{BB962C8B-B14F-4D97-AF65-F5344CB8AC3E}">
        <p14:creationId xmlns:p14="http://schemas.microsoft.com/office/powerpoint/2010/main" val="4089962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a:p>
          </p:txBody>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353019" y="3099619"/>
            <a:ext cx="3081576" cy="658762"/>
          </a:xfrm>
        </p:spPr>
        <p:txBody>
          <a:bodyPr rtlCol="0">
            <a:normAutofit/>
          </a:bodyPr>
          <a:lstStyle/>
          <a:p>
            <a:pPr rtl="0"/>
            <a:r>
              <a:rPr lang="es-ES" dirty="0">
                <a:solidFill>
                  <a:srgbClr val="FFFFFF"/>
                </a:solidFill>
              </a:rPr>
              <a:t>DEMO</a:t>
            </a:r>
          </a:p>
        </p:txBody>
      </p:sp>
      <p:pic>
        <p:nvPicPr>
          <p:cNvPr id="5" name="Imagen 4" descr="Números digitale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B5AC44-DB7B-B062-E679-78DD00B0A0D3}"/>
              </a:ext>
            </a:extLst>
          </p:cNvPr>
          <p:cNvSpPr>
            <a:spLocks noGrp="1"/>
          </p:cNvSpPr>
          <p:nvPr>
            <p:ph type="title"/>
          </p:nvPr>
        </p:nvSpPr>
        <p:spPr>
          <a:xfrm>
            <a:off x="591024" y="5429444"/>
            <a:ext cx="4909445" cy="689514"/>
          </a:xfrm>
        </p:spPr>
        <p:txBody>
          <a:bodyPr anchor="ctr">
            <a:noAutofit/>
          </a:bodyPr>
          <a:lstStyle/>
          <a:p>
            <a:r>
              <a:rPr lang="es-ES" sz="4000" dirty="0">
                <a:solidFill>
                  <a:schemeClr val="bg1"/>
                </a:solidFill>
              </a:rPr>
              <a:t>Muchas gracias</a:t>
            </a:r>
          </a:p>
        </p:txBody>
      </p:sp>
      <p:pic>
        <p:nvPicPr>
          <p:cNvPr id="8" name="Marcador de contenido 7">
            <a:extLst>
              <a:ext uri="{FF2B5EF4-FFF2-40B4-BE49-F238E27FC236}">
                <a16:creationId xmlns:a16="http://schemas.microsoft.com/office/drawing/2014/main" id="{559F9A3A-B77E-6023-1831-8E742C5C12A6}"/>
              </a:ext>
            </a:extLst>
          </p:cNvPr>
          <p:cNvPicPr>
            <a:picLocks noGrp="1" noChangeAspect="1"/>
          </p:cNvPicPr>
          <p:nvPr>
            <p:ph idx="1"/>
          </p:nvPr>
        </p:nvPicPr>
        <p:blipFill>
          <a:blip r:embed="rId3"/>
          <a:stretch>
            <a:fillRect/>
          </a:stretch>
        </p:blipFill>
        <p:spPr>
          <a:xfrm>
            <a:off x="1099917" y="601663"/>
            <a:ext cx="9988990" cy="4203700"/>
          </a:xfrm>
          <a:prstGeom prst="rect">
            <a:avLst/>
          </a:prstGeom>
        </p:spPr>
      </p:pic>
    </p:spTree>
    <p:extLst>
      <p:ext uri="{BB962C8B-B14F-4D97-AF65-F5344CB8AC3E}">
        <p14:creationId xmlns:p14="http://schemas.microsoft.com/office/powerpoint/2010/main" val="1661663738"/>
      </p:ext>
    </p:extLst>
  </p:cSld>
  <p:clrMapOvr>
    <a:masterClrMapping/>
  </p:clrMapOvr>
</p:sld>
</file>

<file path=ppt/theme/theme1.xml><?xml version="1.0" encoding="utf-8"?>
<a:theme xmlns:a="http://schemas.openxmlformats.org/drawingml/2006/main" name="Personaliza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9_TF56390039_Win32" id="{FCB14B3E-2B92-48B8-A334-05E7A8EE34E1}" vid="{B6EC9E21-8C82-4EB1-BBE7-A370F785D0C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{729CB49F-2F28-49B4-BAB8-7D68A61C56A3}TF9cd6fad6-da1d-416b-8dc8-a086cd1045b10fc9cf83_win32-66f3597afc39</Template>
  <TotalTime>136</TotalTime>
  <Words>462</Words>
  <Application>Microsoft Office PowerPoint</Application>
  <PresentationFormat>Panorámica</PresentationFormat>
  <Paragraphs>47</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Gill Sans MT</vt:lpstr>
      <vt:lpstr>Wingdings 2</vt:lpstr>
      <vt:lpstr>Personalizado</vt:lpstr>
      <vt:lpstr>Sistemas Inteligentes</vt:lpstr>
      <vt:lpstr>Objetivos</vt:lpstr>
      <vt:lpstr>Tipos de agentes</vt:lpstr>
      <vt:lpstr>Agentes perceptores</vt:lpstr>
      <vt:lpstr>Agente Inteligente</vt:lpstr>
      <vt:lpstr>Agente visualizador</vt:lpstr>
      <vt:lpstr>        Agente Comandos                          Agente binder</vt:lpstr>
      <vt:lpstr>DEMO</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MIGUEL MARTIN TRILLA</dc:creator>
  <cp:lastModifiedBy>MIGUEL MARTIN TRILLA</cp:lastModifiedBy>
  <cp:revision>3</cp:revision>
  <cp:lastPrinted>2026-05-23T17:20:30Z</cp:lastPrinted>
  <dcterms:created xsi:type="dcterms:W3CDTF">2026-05-23T09:11:55Z</dcterms:created>
  <dcterms:modified xsi:type="dcterms:W3CDTF">2026-05-23T17:21:34Z</dcterms:modified>
</cp:coreProperties>
</file>